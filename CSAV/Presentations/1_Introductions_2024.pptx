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740" r:id="rId2"/>
    <p:sldId id="304" r:id="rId3"/>
    <p:sldId id="257" r:id="rId4"/>
    <p:sldId id="742" r:id="rId5"/>
    <p:sldId id="744" r:id="rId6"/>
    <p:sldId id="743" r:id="rId7"/>
    <p:sldId id="741" r:id="rId8"/>
    <p:sldId id="260" r:id="rId9"/>
    <p:sldId id="270" r:id="rId10"/>
    <p:sldId id="271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EA54D-88BE-4553-BA89-A823355D31D7}" v="32" dt="2024-06-13T18:57:08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258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burn, Sarah E" userId="c40d2df0-46c9-4be9-b5a6-5c158e399904" providerId="ADAL" clId="{288EA54D-88BE-4553-BA89-A823355D31D7}"/>
    <pc:docChg chg="undo custSel addSld modSld modMainMaster">
      <pc:chgData name="Ogburn, Sarah E" userId="c40d2df0-46c9-4be9-b5a6-5c158e399904" providerId="ADAL" clId="{288EA54D-88BE-4553-BA89-A823355D31D7}" dt="2024-06-13T18:57:08.530" v="2500"/>
      <pc:docMkLst>
        <pc:docMk/>
      </pc:docMkLst>
      <pc:sldChg chg="addSp delSp modSp add mod">
        <pc:chgData name="Ogburn, Sarah E" userId="c40d2df0-46c9-4be9-b5a6-5c158e399904" providerId="ADAL" clId="{288EA54D-88BE-4553-BA89-A823355D31D7}" dt="2024-06-13T18:45:40.603" v="2489" actId="21"/>
        <pc:sldMkLst>
          <pc:docMk/>
          <pc:sldMk cId="2585941497" sldId="257"/>
        </pc:sldMkLst>
        <pc:spChg chg="add">
          <ac:chgData name="Ogburn, Sarah E" userId="c40d2df0-46c9-4be9-b5a6-5c158e399904" providerId="ADAL" clId="{288EA54D-88BE-4553-BA89-A823355D31D7}" dt="2024-06-13T18:44:46.365" v="2477" actId="22"/>
          <ac:spMkLst>
            <pc:docMk/>
            <pc:sldMk cId="2585941497" sldId="257"/>
            <ac:spMk id="3" creationId="{D44A2388-542D-52F1-ED04-4D80EA460998}"/>
          </ac:spMkLst>
        </pc:spChg>
        <pc:spChg chg="add">
          <ac:chgData name="Ogburn, Sarah E" userId="c40d2df0-46c9-4be9-b5a6-5c158e399904" providerId="ADAL" clId="{288EA54D-88BE-4553-BA89-A823355D31D7}" dt="2024-06-13T18:44:59.772" v="2478" actId="22"/>
          <ac:spMkLst>
            <pc:docMk/>
            <pc:sldMk cId="2585941497" sldId="257"/>
            <ac:spMk id="5" creationId="{DF9AB6D8-7FF5-4389-5CCB-859085668FEF}"/>
          </ac:spMkLst>
        </pc:spChg>
        <pc:spChg chg="add del mod">
          <ac:chgData name="Ogburn, Sarah E" userId="c40d2df0-46c9-4be9-b5a6-5c158e399904" providerId="ADAL" clId="{288EA54D-88BE-4553-BA89-A823355D31D7}" dt="2024-06-13T18:45:40.603" v="2489" actId="21"/>
          <ac:spMkLst>
            <pc:docMk/>
            <pc:sldMk cId="2585941497" sldId="257"/>
            <ac:spMk id="10" creationId="{2798E42B-1120-1768-A10D-344EE01A42D7}"/>
          </ac:spMkLst>
        </pc:spChg>
      </pc:sldChg>
      <pc:sldChg chg="modSp">
        <pc:chgData name="Ogburn, Sarah E" userId="c40d2df0-46c9-4be9-b5a6-5c158e399904" providerId="ADAL" clId="{288EA54D-88BE-4553-BA89-A823355D31D7}" dt="2024-06-13T18:01:19.390" v="703"/>
        <pc:sldMkLst>
          <pc:docMk/>
          <pc:sldMk cId="0" sldId="260"/>
        </pc:sldMkLst>
        <pc:spChg chg="mod">
          <ac:chgData name="Ogburn, Sarah E" userId="c40d2df0-46c9-4be9-b5a6-5c158e399904" providerId="ADAL" clId="{288EA54D-88BE-4553-BA89-A823355D31D7}" dt="2024-06-13T18:01:19.390" v="703"/>
          <ac:spMkLst>
            <pc:docMk/>
            <pc:sldMk cId="0" sldId="260"/>
            <ac:spMk id="7" creationId="{00000000-0000-0000-0000-000000000000}"/>
          </ac:spMkLst>
        </pc:spChg>
        <pc:picChg chg="mod">
          <ac:chgData name="Ogburn, Sarah E" userId="c40d2df0-46c9-4be9-b5a6-5c158e399904" providerId="ADAL" clId="{288EA54D-88BE-4553-BA89-A823355D31D7}" dt="2024-06-13T18:01:19.390" v="703"/>
          <ac:picMkLst>
            <pc:docMk/>
            <pc:sldMk cId="0" sldId="260"/>
            <ac:picMk id="2" creationId="{00000000-0000-0000-0000-000000000000}"/>
          </ac:picMkLst>
        </pc:picChg>
        <pc:picChg chg="mod">
          <ac:chgData name="Ogburn, Sarah E" userId="c40d2df0-46c9-4be9-b5a6-5c158e399904" providerId="ADAL" clId="{288EA54D-88BE-4553-BA89-A823355D31D7}" dt="2024-06-13T18:01:19.390" v="703"/>
          <ac:picMkLst>
            <pc:docMk/>
            <pc:sldMk cId="0" sldId="260"/>
            <ac:picMk id="8" creationId="{ADE4E18D-78B4-C169-5766-5429E221AB71}"/>
          </ac:picMkLst>
        </pc:picChg>
        <pc:picChg chg="mod">
          <ac:chgData name="Ogburn, Sarah E" userId="c40d2df0-46c9-4be9-b5a6-5c158e399904" providerId="ADAL" clId="{288EA54D-88BE-4553-BA89-A823355D31D7}" dt="2024-06-13T18:01:19.390" v="703"/>
          <ac:picMkLst>
            <pc:docMk/>
            <pc:sldMk cId="0" sldId="260"/>
            <ac:picMk id="10" creationId="{1D9E709B-AD17-A5E7-5B4E-445AEA09713F}"/>
          </ac:picMkLst>
        </pc:picChg>
        <pc:picChg chg="mod">
          <ac:chgData name="Ogburn, Sarah E" userId="c40d2df0-46c9-4be9-b5a6-5c158e399904" providerId="ADAL" clId="{288EA54D-88BE-4553-BA89-A823355D31D7}" dt="2024-06-13T18:01:19.390" v="703"/>
          <ac:picMkLst>
            <pc:docMk/>
            <pc:sldMk cId="0" sldId="260"/>
            <ac:picMk id="12" creationId="{B1E3960F-8916-757F-150A-1B045501B9CC}"/>
          </ac:picMkLst>
        </pc:picChg>
        <pc:cxnChg chg="mod">
          <ac:chgData name="Ogburn, Sarah E" userId="c40d2df0-46c9-4be9-b5a6-5c158e399904" providerId="ADAL" clId="{288EA54D-88BE-4553-BA89-A823355D31D7}" dt="2024-06-13T18:01:19.390" v="703"/>
          <ac:cxnSpMkLst>
            <pc:docMk/>
            <pc:sldMk cId="0" sldId="260"/>
            <ac:cxnSpMk id="19" creationId="{33193FD5-6A49-7562-EA76-F15D42E15804}"/>
          </ac:cxnSpMkLst>
        </pc:cxnChg>
      </pc:sldChg>
      <pc:sldChg chg="modSp mod">
        <pc:chgData name="Ogburn, Sarah E" userId="c40d2df0-46c9-4be9-b5a6-5c158e399904" providerId="ADAL" clId="{288EA54D-88BE-4553-BA89-A823355D31D7}" dt="2024-06-13T18:17:09.334" v="2251" actId="1076"/>
        <pc:sldMkLst>
          <pc:docMk/>
          <pc:sldMk cId="916805275" sldId="270"/>
        </pc:sldMkLst>
        <pc:spChg chg="mod">
          <ac:chgData name="Ogburn, Sarah E" userId="c40d2df0-46c9-4be9-b5a6-5c158e399904" providerId="ADAL" clId="{288EA54D-88BE-4553-BA89-A823355D31D7}" dt="2024-06-13T18:17:05.846" v="2250" actId="14100"/>
          <ac:spMkLst>
            <pc:docMk/>
            <pc:sldMk cId="916805275" sldId="270"/>
            <ac:spMk id="2" creationId="{00000000-0000-0000-0000-000000000000}"/>
          </ac:spMkLst>
        </pc:spChg>
        <pc:spChg chg="mod">
          <ac:chgData name="Ogburn, Sarah E" userId="c40d2df0-46c9-4be9-b5a6-5c158e399904" providerId="ADAL" clId="{288EA54D-88BE-4553-BA89-A823355D31D7}" dt="2024-06-13T18:17:09.334" v="2251" actId="1076"/>
          <ac:spMkLst>
            <pc:docMk/>
            <pc:sldMk cId="916805275" sldId="270"/>
            <ac:spMk id="3" creationId="{00000000-0000-0000-0000-000000000000}"/>
          </ac:spMkLst>
        </pc:spChg>
      </pc:sldChg>
      <pc:sldChg chg="modSp mod">
        <pc:chgData name="Ogburn, Sarah E" userId="c40d2df0-46c9-4be9-b5a6-5c158e399904" providerId="ADAL" clId="{288EA54D-88BE-4553-BA89-A823355D31D7}" dt="2024-06-13T18:17:18.295" v="2254" actId="1076"/>
        <pc:sldMkLst>
          <pc:docMk/>
          <pc:sldMk cId="315165024" sldId="271"/>
        </pc:sldMkLst>
        <pc:spChg chg="mod">
          <ac:chgData name="Ogburn, Sarah E" userId="c40d2df0-46c9-4be9-b5a6-5c158e399904" providerId="ADAL" clId="{288EA54D-88BE-4553-BA89-A823355D31D7}" dt="2024-06-13T18:17:14.042" v="2253" actId="14100"/>
          <ac:spMkLst>
            <pc:docMk/>
            <pc:sldMk cId="315165024" sldId="271"/>
            <ac:spMk id="2" creationId="{00000000-0000-0000-0000-000000000000}"/>
          </ac:spMkLst>
        </pc:spChg>
        <pc:spChg chg="mod">
          <ac:chgData name="Ogburn, Sarah E" userId="c40d2df0-46c9-4be9-b5a6-5c158e399904" providerId="ADAL" clId="{288EA54D-88BE-4553-BA89-A823355D31D7}" dt="2024-06-13T18:17:18.295" v="2254" actId="1076"/>
          <ac:spMkLst>
            <pc:docMk/>
            <pc:sldMk cId="315165024" sldId="271"/>
            <ac:spMk id="3" creationId="{00000000-0000-0000-0000-000000000000}"/>
          </ac:spMkLst>
        </pc:spChg>
      </pc:sldChg>
      <pc:sldChg chg="modSp mod">
        <pc:chgData name="Ogburn, Sarah E" userId="c40d2df0-46c9-4be9-b5a6-5c158e399904" providerId="ADAL" clId="{288EA54D-88BE-4553-BA89-A823355D31D7}" dt="2024-06-13T18:17:33.373" v="2259" actId="1076"/>
        <pc:sldMkLst>
          <pc:docMk/>
          <pc:sldMk cId="226689861" sldId="273"/>
        </pc:sldMkLst>
        <pc:spChg chg="mod">
          <ac:chgData name="Ogburn, Sarah E" userId="c40d2df0-46c9-4be9-b5a6-5c158e399904" providerId="ADAL" clId="{288EA54D-88BE-4553-BA89-A823355D31D7}" dt="2024-06-13T18:17:33.373" v="2259" actId="1076"/>
          <ac:spMkLst>
            <pc:docMk/>
            <pc:sldMk cId="226689861" sldId="273"/>
            <ac:spMk id="3" creationId="{00000000-0000-0000-0000-000000000000}"/>
          </ac:spMkLst>
        </pc:spChg>
      </pc:sldChg>
      <pc:sldChg chg="addSp delSp modSp add mod modAnim">
        <pc:chgData name="Ogburn, Sarah E" userId="c40d2df0-46c9-4be9-b5a6-5c158e399904" providerId="ADAL" clId="{288EA54D-88BE-4553-BA89-A823355D31D7}" dt="2024-06-13T18:46:03.894" v="2493"/>
        <pc:sldMkLst>
          <pc:docMk/>
          <pc:sldMk cId="3414769045" sldId="304"/>
        </pc:sldMkLst>
        <pc:spChg chg="del">
          <ac:chgData name="Ogburn, Sarah E" userId="c40d2df0-46c9-4be9-b5a6-5c158e399904" providerId="ADAL" clId="{288EA54D-88BE-4553-BA89-A823355D31D7}" dt="2024-06-13T18:44:12.287" v="2468" actId="478"/>
          <ac:spMkLst>
            <pc:docMk/>
            <pc:sldMk cId="3414769045" sldId="304"/>
            <ac:spMk id="3" creationId="{2DB40510-1733-46EE-DBA7-4EC2B780413B}"/>
          </ac:spMkLst>
        </pc:spChg>
        <pc:spChg chg="add del mod">
          <ac:chgData name="Ogburn, Sarah E" userId="c40d2df0-46c9-4be9-b5a6-5c158e399904" providerId="ADAL" clId="{288EA54D-88BE-4553-BA89-A823355D31D7}" dt="2024-06-13T18:44:15.325" v="2469" actId="478"/>
          <ac:spMkLst>
            <pc:docMk/>
            <pc:sldMk cId="3414769045" sldId="304"/>
            <ac:spMk id="5" creationId="{6FB03E5C-8D70-0BEB-E4F6-7E88E0FDF726}"/>
          </ac:spMkLst>
        </pc:spChg>
        <pc:spChg chg="add mod">
          <ac:chgData name="Ogburn, Sarah E" userId="c40d2df0-46c9-4be9-b5a6-5c158e399904" providerId="ADAL" clId="{288EA54D-88BE-4553-BA89-A823355D31D7}" dt="2024-06-13T18:44:35.306" v="2476" actId="1076"/>
          <ac:spMkLst>
            <pc:docMk/>
            <pc:sldMk cId="3414769045" sldId="304"/>
            <ac:spMk id="7" creationId="{1E4F2CBB-457C-AAB0-1E25-65DA7CECFF97}"/>
          </ac:spMkLst>
        </pc:spChg>
        <pc:spChg chg="add mod">
          <ac:chgData name="Ogburn, Sarah E" userId="c40d2df0-46c9-4be9-b5a6-5c158e399904" providerId="ADAL" clId="{288EA54D-88BE-4553-BA89-A823355D31D7}" dt="2024-06-13T18:45:58.769" v="2492" actId="6549"/>
          <ac:spMkLst>
            <pc:docMk/>
            <pc:sldMk cId="3414769045" sldId="304"/>
            <ac:spMk id="8" creationId="{CC4089AF-BAFA-40FC-2AC0-FF7C93133D2F}"/>
          </ac:spMkLst>
        </pc:spChg>
        <pc:picChg chg="mod">
          <ac:chgData name="Ogburn, Sarah E" userId="c40d2df0-46c9-4be9-b5a6-5c158e399904" providerId="ADAL" clId="{288EA54D-88BE-4553-BA89-A823355D31D7}" dt="2024-06-13T18:44:18.715" v="2470" actId="1076"/>
          <ac:picMkLst>
            <pc:docMk/>
            <pc:sldMk cId="3414769045" sldId="304"/>
            <ac:picMk id="4" creationId="{5FBA0046-81C4-AE23-4FAE-EF1BCCC23B5C}"/>
          </ac:picMkLst>
        </pc:picChg>
      </pc:sldChg>
      <pc:sldChg chg="addSp delSp modSp mod">
        <pc:chgData name="Ogburn, Sarah E" userId="c40d2df0-46c9-4be9-b5a6-5c158e399904" providerId="ADAL" clId="{288EA54D-88BE-4553-BA89-A823355D31D7}" dt="2024-06-13T18:57:08.530" v="2500"/>
        <pc:sldMkLst>
          <pc:docMk/>
          <pc:sldMk cId="3785282865" sldId="740"/>
        </pc:sldMkLst>
        <pc:spChg chg="mod">
          <ac:chgData name="Ogburn, Sarah E" userId="c40d2df0-46c9-4be9-b5a6-5c158e399904" providerId="ADAL" clId="{288EA54D-88BE-4553-BA89-A823355D31D7}" dt="2024-06-13T18:01:38.031" v="718" actId="1076"/>
          <ac:spMkLst>
            <pc:docMk/>
            <pc:sldMk cId="3785282865" sldId="740"/>
            <ac:spMk id="2" creationId="{65CF5ABA-5AC2-234F-2D7F-3D2986683CA4}"/>
          </ac:spMkLst>
        </pc:spChg>
        <pc:spChg chg="mod">
          <ac:chgData name="Ogburn, Sarah E" userId="c40d2df0-46c9-4be9-b5a6-5c158e399904" providerId="ADAL" clId="{288EA54D-88BE-4553-BA89-A823355D31D7}" dt="2024-06-13T18:24:29.295" v="2464" actId="1076"/>
          <ac:spMkLst>
            <pc:docMk/>
            <pc:sldMk cId="3785282865" sldId="740"/>
            <ac:spMk id="3" creationId="{C476CAD3-B7B6-7E45-AF38-94CE360062FE}"/>
          </ac:spMkLst>
        </pc:spChg>
        <pc:spChg chg="mod">
          <ac:chgData name="Ogburn, Sarah E" userId="c40d2df0-46c9-4be9-b5a6-5c158e399904" providerId="ADAL" clId="{288EA54D-88BE-4553-BA89-A823355D31D7}" dt="2024-06-13T18:57:08.530" v="2500"/>
          <ac:spMkLst>
            <pc:docMk/>
            <pc:sldMk cId="3785282865" sldId="740"/>
            <ac:spMk id="5" creationId="{0B01986F-F31F-F616-F4A7-AE0AE24B9837}"/>
          </ac:spMkLst>
        </pc:spChg>
        <pc:grpChg chg="add mod">
          <ac:chgData name="Ogburn, Sarah E" userId="c40d2df0-46c9-4be9-b5a6-5c158e399904" providerId="ADAL" clId="{288EA54D-88BE-4553-BA89-A823355D31D7}" dt="2024-06-13T18:57:08.530" v="2500"/>
          <ac:grpSpMkLst>
            <pc:docMk/>
            <pc:sldMk cId="3785282865" sldId="740"/>
            <ac:grpSpMk id="4" creationId="{B66C9935-17FD-6E7F-1996-39365C55759A}"/>
          </ac:grpSpMkLst>
        </pc:grpChg>
        <pc:grpChg chg="mod">
          <ac:chgData name="Ogburn, Sarah E" userId="c40d2df0-46c9-4be9-b5a6-5c158e399904" providerId="ADAL" clId="{288EA54D-88BE-4553-BA89-A823355D31D7}" dt="2024-06-13T18:57:08.530" v="2500"/>
          <ac:grpSpMkLst>
            <pc:docMk/>
            <pc:sldMk cId="3785282865" sldId="740"/>
            <ac:grpSpMk id="6" creationId="{2BBF712C-4446-CC8F-0CF2-7BE4E686F608}"/>
          </ac:grpSpMkLst>
        </pc:grpChg>
        <pc:picChg chg="del">
          <ac:chgData name="Ogburn, Sarah E" userId="c40d2df0-46c9-4be9-b5a6-5c158e399904" providerId="ADAL" clId="{288EA54D-88BE-4553-BA89-A823355D31D7}" dt="2024-06-11T17:21:52.689" v="8" actId="478"/>
          <ac:picMkLst>
            <pc:docMk/>
            <pc:sldMk cId="3785282865" sldId="740"/>
            <ac:picMk id="4" creationId="{FA921D03-DCC0-19A2-1B08-764CC274B953}"/>
          </ac:picMkLst>
        </pc:picChg>
        <pc:picChg chg="del">
          <ac:chgData name="Ogburn, Sarah E" userId="c40d2df0-46c9-4be9-b5a6-5c158e399904" providerId="ADAL" clId="{288EA54D-88BE-4553-BA89-A823355D31D7}" dt="2024-06-11T17:21:52.689" v="8" actId="478"/>
          <ac:picMkLst>
            <pc:docMk/>
            <pc:sldMk cId="3785282865" sldId="740"/>
            <ac:picMk id="5" creationId="{CE05259D-5346-08F9-B4E2-E83EB0225667}"/>
          </ac:picMkLst>
        </pc:picChg>
        <pc:picChg chg="del">
          <ac:chgData name="Ogburn, Sarah E" userId="c40d2df0-46c9-4be9-b5a6-5c158e399904" providerId="ADAL" clId="{288EA54D-88BE-4553-BA89-A823355D31D7}" dt="2024-06-11T17:21:52.689" v="8" actId="478"/>
          <ac:picMkLst>
            <pc:docMk/>
            <pc:sldMk cId="3785282865" sldId="740"/>
            <ac:picMk id="6" creationId="{3B6EB5C0-4356-8A43-D514-D701708E4F0E}"/>
          </ac:picMkLst>
        </pc:picChg>
        <pc:picChg chg="mod">
          <ac:chgData name="Ogburn, Sarah E" userId="c40d2df0-46c9-4be9-b5a6-5c158e399904" providerId="ADAL" clId="{288EA54D-88BE-4553-BA89-A823355D31D7}" dt="2024-06-13T18:57:08.530" v="2500"/>
          <ac:picMkLst>
            <pc:docMk/>
            <pc:sldMk cId="3785282865" sldId="740"/>
            <ac:picMk id="7" creationId="{5AC2247F-DBEF-C03C-EDF6-A3702972D5A6}"/>
          </ac:picMkLst>
        </pc:picChg>
        <pc:picChg chg="del">
          <ac:chgData name="Ogburn, Sarah E" userId="c40d2df0-46c9-4be9-b5a6-5c158e399904" providerId="ADAL" clId="{288EA54D-88BE-4553-BA89-A823355D31D7}" dt="2024-06-11T17:21:52.689" v="8" actId="478"/>
          <ac:picMkLst>
            <pc:docMk/>
            <pc:sldMk cId="3785282865" sldId="740"/>
            <ac:picMk id="7" creationId="{9DA7405E-0264-7798-47EE-7BF3EB5BCCBA}"/>
          </ac:picMkLst>
        </pc:picChg>
        <pc:picChg chg="add mod">
          <ac:chgData name="Ogburn, Sarah E" userId="c40d2df0-46c9-4be9-b5a6-5c158e399904" providerId="ADAL" clId="{288EA54D-88BE-4553-BA89-A823355D31D7}" dt="2024-06-13T18:01:51.177" v="727" actId="1076"/>
          <ac:picMkLst>
            <pc:docMk/>
            <pc:sldMk cId="3785282865" sldId="740"/>
            <ac:picMk id="8" creationId="{A80BDF23-6F08-3923-7299-2457BA74AF8F}"/>
          </ac:picMkLst>
        </pc:picChg>
        <pc:picChg chg="mod">
          <ac:chgData name="Ogburn, Sarah E" userId="c40d2df0-46c9-4be9-b5a6-5c158e399904" providerId="ADAL" clId="{288EA54D-88BE-4553-BA89-A823355D31D7}" dt="2024-06-13T18:57:08.530" v="2500"/>
          <ac:picMkLst>
            <pc:docMk/>
            <pc:sldMk cId="3785282865" sldId="740"/>
            <ac:picMk id="9" creationId="{61626BA8-5748-343B-822F-0897AE512DB0}"/>
          </ac:picMkLst>
        </pc:picChg>
        <pc:picChg chg="mod">
          <ac:chgData name="Ogburn, Sarah E" userId="c40d2df0-46c9-4be9-b5a6-5c158e399904" providerId="ADAL" clId="{288EA54D-88BE-4553-BA89-A823355D31D7}" dt="2024-06-13T18:57:08.530" v="2500"/>
          <ac:picMkLst>
            <pc:docMk/>
            <pc:sldMk cId="3785282865" sldId="740"/>
            <ac:picMk id="10" creationId="{FD4AF9FD-CDCE-47C2-153A-08D95596C9EA}"/>
          </ac:picMkLst>
        </pc:picChg>
      </pc:sldChg>
      <pc:sldChg chg="modSp mod">
        <pc:chgData name="Ogburn, Sarah E" userId="c40d2df0-46c9-4be9-b5a6-5c158e399904" providerId="ADAL" clId="{288EA54D-88BE-4553-BA89-A823355D31D7}" dt="2024-06-13T18:16:42.109" v="2248" actId="20577"/>
        <pc:sldMkLst>
          <pc:docMk/>
          <pc:sldMk cId="798435537" sldId="741"/>
        </pc:sldMkLst>
        <pc:spChg chg="mod">
          <ac:chgData name="Ogburn, Sarah E" userId="c40d2df0-46c9-4be9-b5a6-5c158e399904" providerId="ADAL" clId="{288EA54D-88BE-4553-BA89-A823355D31D7}" dt="2024-06-13T18:16:42.109" v="2248" actId="20577"/>
          <ac:spMkLst>
            <pc:docMk/>
            <pc:sldMk cId="798435537" sldId="741"/>
            <ac:spMk id="3" creationId="{A4A04444-A920-4AD3-4792-E8A86151DF35}"/>
          </ac:spMkLst>
        </pc:spChg>
      </pc:sldChg>
      <pc:sldChg chg="addSp delSp modSp new mod setBg">
        <pc:chgData name="Ogburn, Sarah E" userId="c40d2df0-46c9-4be9-b5a6-5c158e399904" providerId="ADAL" clId="{288EA54D-88BE-4553-BA89-A823355D31D7}" dt="2024-06-13T18:21:58.532" v="2445" actId="207"/>
        <pc:sldMkLst>
          <pc:docMk/>
          <pc:sldMk cId="3570936935" sldId="742"/>
        </pc:sldMkLst>
        <pc:spChg chg="mod">
          <ac:chgData name="Ogburn, Sarah E" userId="c40d2df0-46c9-4be9-b5a6-5c158e399904" providerId="ADAL" clId="{288EA54D-88BE-4553-BA89-A823355D31D7}" dt="2024-06-13T18:08:51.882" v="1227" actId="1076"/>
          <ac:spMkLst>
            <pc:docMk/>
            <pc:sldMk cId="3570936935" sldId="742"/>
            <ac:spMk id="2" creationId="{9EEB19EB-1A58-FE92-0F25-C73AD623E483}"/>
          </ac:spMkLst>
        </pc:spChg>
        <pc:spChg chg="mod">
          <ac:chgData name="Ogburn, Sarah E" userId="c40d2df0-46c9-4be9-b5a6-5c158e399904" providerId="ADAL" clId="{288EA54D-88BE-4553-BA89-A823355D31D7}" dt="2024-06-13T18:21:58.532" v="2445" actId="207"/>
          <ac:spMkLst>
            <pc:docMk/>
            <pc:sldMk cId="3570936935" sldId="742"/>
            <ac:spMk id="3" creationId="{4A1C1BD0-E403-7035-1A49-00BBF3311186}"/>
          </ac:spMkLst>
        </pc:spChg>
        <pc:spChg chg="add del">
          <ac:chgData name="Ogburn, Sarah E" userId="c40d2df0-46c9-4be9-b5a6-5c158e399904" providerId="ADAL" clId="{288EA54D-88BE-4553-BA89-A823355D31D7}" dt="2024-06-13T18:07:43.030" v="1213" actId="26606"/>
          <ac:spMkLst>
            <pc:docMk/>
            <pc:sldMk cId="3570936935" sldId="742"/>
            <ac:spMk id="9" creationId="{F13C74B1-5B17-4795-BED0-7140497B445A}"/>
          </ac:spMkLst>
        </pc:spChg>
        <pc:spChg chg="add del">
          <ac:chgData name="Ogburn, Sarah E" userId="c40d2df0-46c9-4be9-b5a6-5c158e399904" providerId="ADAL" clId="{288EA54D-88BE-4553-BA89-A823355D31D7}" dt="2024-06-13T18:08:07.701" v="1217" actId="26606"/>
          <ac:spMkLst>
            <pc:docMk/>
            <pc:sldMk cId="3570936935" sldId="742"/>
            <ac:spMk id="10" creationId="{45D37F4E-DDB4-456B-97E0-9937730A039F}"/>
          </ac:spMkLst>
        </pc:spChg>
        <pc:spChg chg="add del">
          <ac:chgData name="Ogburn, Sarah E" userId="c40d2df0-46c9-4be9-b5a6-5c158e399904" providerId="ADAL" clId="{288EA54D-88BE-4553-BA89-A823355D31D7}" dt="2024-06-13T18:07:43.030" v="1213" actId="26606"/>
          <ac:spMkLst>
            <pc:docMk/>
            <pc:sldMk cId="3570936935" sldId="742"/>
            <ac:spMk id="11" creationId="{D4974D33-8DC5-464E-8C6D-BE58F0669C17}"/>
          </ac:spMkLst>
        </pc:spChg>
        <pc:spChg chg="add del">
          <ac:chgData name="Ogburn, Sarah E" userId="c40d2df0-46c9-4be9-b5a6-5c158e399904" providerId="ADAL" clId="{288EA54D-88BE-4553-BA89-A823355D31D7}" dt="2024-06-13T18:08:07.701" v="1217" actId="26606"/>
          <ac:spMkLst>
            <pc:docMk/>
            <pc:sldMk cId="3570936935" sldId="742"/>
            <ac:spMk id="12" creationId="{B2DD41CD-8F47-4F56-AD12-4E2FF7696987}"/>
          </ac:spMkLst>
        </pc:spChg>
        <pc:spChg chg="add del">
          <ac:chgData name="Ogburn, Sarah E" userId="c40d2df0-46c9-4be9-b5a6-5c158e399904" providerId="ADAL" clId="{288EA54D-88BE-4553-BA89-A823355D31D7}" dt="2024-06-13T18:08:18.845" v="1219" actId="26606"/>
          <ac:spMkLst>
            <pc:docMk/>
            <pc:sldMk cId="3570936935" sldId="742"/>
            <ac:spMk id="14" creationId="{F13C74B1-5B17-4795-BED0-7140497B445A}"/>
          </ac:spMkLst>
        </pc:spChg>
        <pc:spChg chg="add del">
          <ac:chgData name="Ogburn, Sarah E" userId="c40d2df0-46c9-4be9-b5a6-5c158e399904" providerId="ADAL" clId="{288EA54D-88BE-4553-BA89-A823355D31D7}" dt="2024-06-13T18:08:18.845" v="1219" actId="26606"/>
          <ac:spMkLst>
            <pc:docMk/>
            <pc:sldMk cId="3570936935" sldId="742"/>
            <ac:spMk id="15" creationId="{D4974D33-8DC5-464E-8C6D-BE58F0669C17}"/>
          </ac:spMkLst>
        </pc:spChg>
        <pc:spChg chg="add">
          <ac:chgData name="Ogburn, Sarah E" userId="c40d2df0-46c9-4be9-b5a6-5c158e399904" providerId="ADAL" clId="{288EA54D-88BE-4553-BA89-A823355D31D7}" dt="2024-06-13T18:08:18.849" v="1220" actId="26606"/>
          <ac:spMkLst>
            <pc:docMk/>
            <pc:sldMk cId="3570936935" sldId="742"/>
            <ac:spMk id="17" creationId="{9F7D5CDA-D291-4307-BF55-1381FED29634}"/>
          </ac:spMkLst>
        </pc:spChg>
        <pc:picChg chg="add del mod">
          <ac:chgData name="Ogburn, Sarah E" userId="c40d2df0-46c9-4be9-b5a6-5c158e399904" providerId="ADAL" clId="{288EA54D-88BE-4553-BA89-A823355D31D7}" dt="2024-06-13T18:07:48.325" v="1214" actId="478"/>
          <ac:picMkLst>
            <pc:docMk/>
            <pc:sldMk cId="3570936935" sldId="742"/>
            <ac:picMk id="4" creationId="{3A80CD6A-9AEA-5548-C668-AD95B6C62961}"/>
          </ac:picMkLst>
        </pc:picChg>
        <pc:picChg chg="add mod">
          <ac:chgData name="Ogburn, Sarah E" userId="c40d2df0-46c9-4be9-b5a6-5c158e399904" providerId="ADAL" clId="{288EA54D-88BE-4553-BA89-A823355D31D7}" dt="2024-06-13T18:21:07.282" v="2375" actId="1076"/>
          <ac:picMkLst>
            <pc:docMk/>
            <pc:sldMk cId="3570936935" sldId="742"/>
            <ac:picMk id="5" creationId="{EE774DD3-D7BF-AC41-21A1-DAAC5C9AE761}"/>
          </ac:picMkLst>
        </pc:picChg>
        <pc:picChg chg="add mod">
          <ac:chgData name="Ogburn, Sarah E" userId="c40d2df0-46c9-4be9-b5a6-5c158e399904" providerId="ADAL" clId="{288EA54D-88BE-4553-BA89-A823355D31D7}" dt="2024-06-13T18:21:02.526" v="2374" actId="1076"/>
          <ac:picMkLst>
            <pc:docMk/>
            <pc:sldMk cId="3570936935" sldId="742"/>
            <ac:picMk id="1026" creationId="{FB4183EC-69DF-3300-D13F-A19A58A4D336}"/>
          </ac:picMkLst>
        </pc:picChg>
      </pc:sldChg>
      <pc:sldChg chg="modSp add mod">
        <pc:chgData name="Ogburn, Sarah E" userId="c40d2df0-46c9-4be9-b5a6-5c158e399904" providerId="ADAL" clId="{288EA54D-88BE-4553-BA89-A823355D31D7}" dt="2024-06-13T18:03:29.899" v="788" actId="20577"/>
        <pc:sldMkLst>
          <pc:docMk/>
          <pc:sldMk cId="1278331269" sldId="743"/>
        </pc:sldMkLst>
        <pc:spChg chg="mod">
          <ac:chgData name="Ogburn, Sarah E" userId="c40d2df0-46c9-4be9-b5a6-5c158e399904" providerId="ADAL" clId="{288EA54D-88BE-4553-BA89-A823355D31D7}" dt="2024-06-13T18:03:29.899" v="788" actId="20577"/>
          <ac:spMkLst>
            <pc:docMk/>
            <pc:sldMk cId="1278331269" sldId="743"/>
            <ac:spMk id="2" creationId="{9EEB19EB-1A58-FE92-0F25-C73AD623E483}"/>
          </ac:spMkLst>
        </pc:spChg>
      </pc:sldChg>
      <pc:sldChg chg="addSp delSp modSp add mod">
        <pc:chgData name="Ogburn, Sarah E" userId="c40d2df0-46c9-4be9-b5a6-5c158e399904" providerId="ADAL" clId="{288EA54D-88BE-4553-BA89-A823355D31D7}" dt="2024-06-13T18:53:24.651" v="2499" actId="1076"/>
        <pc:sldMkLst>
          <pc:docMk/>
          <pc:sldMk cId="1862091394" sldId="744"/>
        </pc:sldMkLst>
        <pc:spChg chg="mod">
          <ac:chgData name="Ogburn, Sarah E" userId="c40d2df0-46c9-4be9-b5a6-5c158e399904" providerId="ADAL" clId="{288EA54D-88BE-4553-BA89-A823355D31D7}" dt="2024-06-13T18:23:33.449" v="2462" actId="20577"/>
          <ac:spMkLst>
            <pc:docMk/>
            <pc:sldMk cId="1862091394" sldId="744"/>
            <ac:spMk id="3" creationId="{4A1C1BD0-E403-7035-1A49-00BBF3311186}"/>
          </ac:spMkLst>
        </pc:spChg>
        <pc:picChg chg="del">
          <ac:chgData name="Ogburn, Sarah E" userId="c40d2df0-46c9-4be9-b5a6-5c158e399904" providerId="ADAL" clId="{288EA54D-88BE-4553-BA89-A823355D31D7}" dt="2024-06-13T18:19:52.590" v="2355" actId="478"/>
          <ac:picMkLst>
            <pc:docMk/>
            <pc:sldMk cId="1862091394" sldId="744"/>
            <ac:picMk id="5" creationId="{EE774DD3-D7BF-AC41-21A1-DAAC5C9AE761}"/>
          </ac:picMkLst>
        </pc:picChg>
        <pc:picChg chg="add del mod modCrop">
          <ac:chgData name="Ogburn, Sarah E" userId="c40d2df0-46c9-4be9-b5a6-5c158e399904" providerId="ADAL" clId="{288EA54D-88BE-4553-BA89-A823355D31D7}" dt="2024-06-13T18:53:06.745" v="2494" actId="478"/>
          <ac:picMkLst>
            <pc:docMk/>
            <pc:sldMk cId="1862091394" sldId="744"/>
            <ac:picMk id="6" creationId="{BCC2CD73-DF2A-78C7-4627-9A99742B8B3A}"/>
          </ac:picMkLst>
        </pc:picChg>
        <pc:picChg chg="add mod modCrop">
          <ac:chgData name="Ogburn, Sarah E" userId="c40d2df0-46c9-4be9-b5a6-5c158e399904" providerId="ADAL" clId="{288EA54D-88BE-4553-BA89-A823355D31D7}" dt="2024-06-13T18:23:12.158" v="2456" actId="1076"/>
          <ac:picMkLst>
            <pc:docMk/>
            <pc:sldMk cId="1862091394" sldId="744"/>
            <ac:picMk id="7" creationId="{1C10FB3F-D4BB-D2F1-0792-7CB15B90ED59}"/>
          </ac:picMkLst>
        </pc:picChg>
        <pc:picChg chg="add mod modCrop">
          <ac:chgData name="Ogburn, Sarah E" userId="c40d2df0-46c9-4be9-b5a6-5c158e399904" providerId="ADAL" clId="{288EA54D-88BE-4553-BA89-A823355D31D7}" dt="2024-06-13T18:53:24.651" v="2499" actId="1076"/>
          <ac:picMkLst>
            <pc:docMk/>
            <pc:sldMk cId="1862091394" sldId="744"/>
            <ac:picMk id="8" creationId="{724B8C79-B61F-EE0D-B7CE-592E5E964054}"/>
          </ac:picMkLst>
        </pc:picChg>
      </pc:sldChg>
      <pc:sldMasterChg chg="modSp modSldLayout">
        <pc:chgData name="Ogburn, Sarah E" userId="c40d2df0-46c9-4be9-b5a6-5c158e399904" providerId="ADAL" clId="{288EA54D-88BE-4553-BA89-A823355D31D7}" dt="2024-06-13T18:01:19.390" v="703"/>
        <pc:sldMasterMkLst>
          <pc:docMk/>
          <pc:sldMasterMk cId="0" sldId="2147483648"/>
        </pc:sldMasterMkLst>
        <pc:spChg chg="mod">
          <ac:chgData name="Ogburn, Sarah E" userId="c40d2df0-46c9-4be9-b5a6-5c158e399904" providerId="ADAL" clId="{288EA54D-88BE-4553-BA89-A823355D31D7}" dt="2024-06-13T18:01:19.390" v="703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Ogburn, Sarah E" userId="c40d2df0-46c9-4be9-b5a6-5c158e399904" providerId="ADAL" clId="{288EA54D-88BE-4553-BA89-A823355D31D7}" dt="2024-06-13T18:01:19.390" v="703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Ogburn, Sarah E" userId="c40d2df0-46c9-4be9-b5a6-5c158e399904" providerId="ADAL" clId="{288EA54D-88BE-4553-BA89-A823355D31D7}" dt="2024-06-13T18:01:19.390" v="703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Ogburn, Sarah E" userId="c40d2df0-46c9-4be9-b5a6-5c158e399904" providerId="ADAL" clId="{288EA54D-88BE-4553-BA89-A823355D31D7}" dt="2024-06-13T18:01:19.390" v="703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Ogburn, Sarah E" userId="c40d2df0-46c9-4be9-b5a6-5c158e399904" providerId="ADAL" clId="{288EA54D-88BE-4553-BA89-A823355D31D7}" dt="2024-06-13T18:01:19.390" v="703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Ogburn, Sarah E" userId="c40d2df0-46c9-4be9-b5a6-5c158e399904" providerId="ADAL" clId="{288EA54D-88BE-4553-BA89-A823355D31D7}" dt="2024-06-13T18:01:19.390" v="703"/>
          <pc:sldLayoutMkLst>
            <pc:docMk/>
            <pc:sldMasterMk cId="0" sldId="2147483648"/>
            <pc:sldLayoutMk cId="0" sldId="2147483649"/>
          </pc:sldLayoutMkLst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288EA54D-88BE-4553-BA89-A823355D31D7}" dt="2024-06-13T18:01:19.390" v="703"/>
          <pc:sldLayoutMkLst>
            <pc:docMk/>
            <pc:sldMasterMk cId="0" sldId="2147483648"/>
            <pc:sldLayoutMk cId="0" sldId="2147483651"/>
          </pc:sldLayoutMkLst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288EA54D-88BE-4553-BA89-A823355D31D7}" dt="2024-06-13T18:01:19.390" v="703"/>
          <pc:sldLayoutMkLst>
            <pc:docMk/>
            <pc:sldMasterMk cId="0" sldId="2147483648"/>
            <pc:sldLayoutMk cId="0" sldId="2147483652"/>
          </pc:sldLayoutMkLst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288EA54D-88BE-4553-BA89-A823355D31D7}" dt="2024-06-13T18:01:19.390" v="703"/>
          <pc:sldLayoutMkLst>
            <pc:docMk/>
            <pc:sldMasterMk cId="0" sldId="2147483648"/>
            <pc:sldLayoutMk cId="0" sldId="2147483653"/>
          </pc:sldLayoutMkLst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288EA54D-88BE-4553-BA89-A823355D31D7}" dt="2024-06-13T18:01:19.390" v="703"/>
          <pc:sldLayoutMkLst>
            <pc:docMk/>
            <pc:sldMasterMk cId="0" sldId="2147483648"/>
            <pc:sldLayoutMk cId="0" sldId="2147483656"/>
          </pc:sldLayoutMkLst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288EA54D-88BE-4553-BA89-A823355D31D7}" dt="2024-06-13T18:01:19.390" v="703"/>
          <pc:sldLayoutMkLst>
            <pc:docMk/>
            <pc:sldMasterMk cId="0" sldId="2147483648"/>
            <pc:sldLayoutMk cId="0" sldId="2147483657"/>
          </pc:sldLayoutMkLst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288EA54D-88BE-4553-BA89-A823355D31D7}" dt="2024-06-13T18:01:19.390" v="703"/>
          <pc:sldLayoutMkLst>
            <pc:docMk/>
            <pc:sldMasterMk cId="0" sldId="2147483648"/>
            <pc:sldLayoutMk cId="0" sldId="2147483659"/>
          </pc:sldLayoutMkLst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288EA54D-88BE-4553-BA89-A823355D31D7}" dt="2024-06-13T18:01:19.390" v="703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D6405-C28F-4D1C-B198-B3D919595329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B4C46-D70D-4A82-901E-35B78721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8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End goal of this class is to make a map. But really, the end goal is communication.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86D47-92B2-4E60-B254-22B7F433F1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42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really like this.  Before we get too far into the descriptions of what lahars are, the statement right up front – the single most important message of what we need to communicate to the public – is to seek higher ground.  Nothing complicated about that.  No maps, no models.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86D47-92B2-4E60-B254-22B7F433F1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D6E2D-4B89-447B-A04D-A5BC0BC716DF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3E765-3B69-44B9-B112-434EA69488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Keith1815/laharz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olcanichazardmaps.org/" TargetMode="External"/><Relationship Id="rId2" Type="http://schemas.openxmlformats.org/officeDocument/2006/relationships/hyperlink" Target="http://www.volcano.si.edu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5ABA-5AC2-234F-2D7F-3D2986683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985" y="76200"/>
            <a:ext cx="5224030" cy="1051853"/>
          </a:xfrm>
        </p:spPr>
        <p:txBody>
          <a:bodyPr anchor="t">
            <a:normAutofit/>
          </a:bodyPr>
          <a:lstStyle/>
          <a:p>
            <a:r>
              <a:rPr lang="en-US" sz="4800" dirty="0"/>
              <a:t>CSAV LAHARZ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6CAD3-B7B6-7E45-AF38-94CE36006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2" y="1239078"/>
            <a:ext cx="3740426" cy="4686300"/>
          </a:xfrm>
        </p:spPr>
        <p:txBody>
          <a:bodyPr>
            <a:normAutofit/>
          </a:bodyPr>
          <a:lstStyle/>
          <a:p>
            <a:r>
              <a:rPr lang="en-US" sz="2400" dirty="0"/>
              <a:t>Lahar processes</a:t>
            </a:r>
          </a:p>
          <a:p>
            <a:r>
              <a:rPr lang="en-US" sz="2400" dirty="0"/>
              <a:t>Hazard map making and design</a:t>
            </a:r>
          </a:p>
          <a:p>
            <a:r>
              <a:rPr lang="en-US" sz="2400" dirty="0"/>
              <a:t>LAHARZ</a:t>
            </a:r>
          </a:p>
          <a:p>
            <a:r>
              <a:rPr lang="en-US" sz="2400" dirty="0"/>
              <a:t>GIS</a:t>
            </a:r>
          </a:p>
          <a:p>
            <a:r>
              <a:rPr lang="en-US" sz="2400" dirty="0"/>
              <a:t>VICTOR platform</a:t>
            </a:r>
          </a:p>
          <a:p>
            <a:r>
              <a:rPr lang="en-US" sz="2400" dirty="0"/>
              <a:t>Pyroclastic flow processes</a:t>
            </a:r>
          </a:p>
          <a:p>
            <a:r>
              <a:rPr lang="en-US" sz="2400" dirty="0"/>
              <a:t>Class project</a:t>
            </a:r>
          </a:p>
          <a:p>
            <a:endParaRPr lang="en-US" sz="2400" dirty="0"/>
          </a:p>
        </p:txBody>
      </p:sp>
      <p:pic>
        <p:nvPicPr>
          <p:cNvPr id="8" name="Picture 7" descr="Map&#10;&#10;Description automatically generated">
            <a:extLst>
              <a:ext uri="{FF2B5EF4-FFF2-40B4-BE49-F238E27FC236}">
                <a16:creationId xmlns:a16="http://schemas.microsoft.com/office/drawing/2014/main" id="{A80BDF23-6F08-3923-7299-2457BA74A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219200"/>
            <a:ext cx="8007626" cy="511581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66C9935-17FD-6E7F-1996-39365C55759A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01986F-F31F-F616-F4A7-AE0AE24B9837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BBF712C-4446-CC8F-0CF2-7BE4E686F608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7" name="Picture 6" descr="USGS.png">
                <a:extLst>
                  <a:ext uri="{FF2B5EF4-FFF2-40B4-BE49-F238E27FC236}">
                    <a16:creationId xmlns:a16="http://schemas.microsoft.com/office/drawing/2014/main" id="{5AC2247F-DBEF-C03C-EDF6-A3702972D5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61626BA8-5748-343B-822F-0897AE512D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D4AF9FD-CDCE-47C2-153A-08D95596C9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8528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p&#10;&#10;Description automatically generated">
            <a:extLst>
              <a:ext uri="{FF2B5EF4-FFF2-40B4-BE49-F238E27FC236}">
                <a16:creationId xmlns:a16="http://schemas.microsoft.com/office/drawing/2014/main" id="{5FBA0046-81C4-AE23-4FAE-EF1BCCC23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54" y="533400"/>
            <a:ext cx="9899691" cy="6324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4F2CBB-457C-AAB0-1E25-65DA7CECFF97}"/>
              </a:ext>
            </a:extLst>
          </p:cNvPr>
          <p:cNvSpPr txBox="1"/>
          <p:nvPr/>
        </p:nvSpPr>
        <p:spPr>
          <a:xfrm>
            <a:off x="1790699" y="0"/>
            <a:ext cx="8610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End goal of this class is to make a map. But really, the end goal is communication.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089AF-BAFA-40FC-2AC0-FF7C93133D2F}"/>
              </a:ext>
            </a:extLst>
          </p:cNvPr>
          <p:cNvSpPr txBox="1"/>
          <p:nvPr/>
        </p:nvSpPr>
        <p:spPr>
          <a:xfrm>
            <a:off x="2670085" y="1763851"/>
            <a:ext cx="6316999" cy="2697837"/>
          </a:xfrm>
          <a:prstGeom prst="irregularSeal2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single most important message to communicate to the public – is to seek higher ground</a:t>
            </a:r>
          </a:p>
        </p:txBody>
      </p:sp>
    </p:spTree>
    <p:extLst>
      <p:ext uri="{BB962C8B-B14F-4D97-AF65-F5344CB8AC3E}">
        <p14:creationId xmlns:p14="http://schemas.microsoft.com/office/powerpoint/2010/main" val="341476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6D919A6-4A0D-47CF-2FAE-EE8D672F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Map&#10;&#10;Description automatically generated">
            <a:extLst>
              <a:ext uri="{FF2B5EF4-FFF2-40B4-BE49-F238E27FC236}">
                <a16:creationId xmlns:a16="http://schemas.microsoft.com/office/drawing/2014/main" id="{19FA30E5-7B9C-C43E-1569-9232C238C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65" r="44530"/>
          <a:stretch/>
        </p:blipFill>
        <p:spPr>
          <a:xfrm>
            <a:off x="1" y="1"/>
            <a:ext cx="4598126" cy="3084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A9A528-A7AC-5775-80A7-92233928E5D0}"/>
              </a:ext>
            </a:extLst>
          </p:cNvPr>
          <p:cNvSpPr txBox="1"/>
          <p:nvPr/>
        </p:nvSpPr>
        <p:spPr>
          <a:xfrm>
            <a:off x="7980559" y="6094184"/>
            <a:ext cx="33732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strike="noStrike" dirty="0">
                <a:effectLst/>
                <a:latin typeface="Lato" panose="020F0502020204030203" pitchFamily="34" charset="0"/>
              </a:rPr>
              <a:t>Vanuatu Meteorology &amp; Geo-Hazards Department. (2019). </a:t>
            </a:r>
            <a:r>
              <a:rPr lang="en-US" sz="1400" b="0" i="0" strike="noStrike" dirty="0" err="1">
                <a:effectLst/>
                <a:latin typeface="Lato" panose="020F0502020204030203" pitchFamily="34" charset="0"/>
              </a:rPr>
              <a:t>Ambae</a:t>
            </a:r>
            <a:r>
              <a:rPr lang="en-US" sz="1400" b="0" i="0" strike="noStrike" dirty="0">
                <a:effectLst/>
                <a:latin typeface="Lato" panose="020F0502020204030203" pitchFamily="34" charset="0"/>
              </a:rPr>
              <a:t> Long-Term Background Volcanic Hazards Map. 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3FE35-9B9E-D543-DA41-11774F02C750}"/>
              </a:ext>
            </a:extLst>
          </p:cNvPr>
          <p:cNvSpPr txBox="1"/>
          <p:nvPr/>
        </p:nvSpPr>
        <p:spPr>
          <a:xfrm>
            <a:off x="10004293" y="2473109"/>
            <a:ext cx="20151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Lato" panose="020F0502020204030203" pitchFamily="34" charset="0"/>
              </a:rPr>
              <a:t>Inawashiro</a:t>
            </a:r>
            <a:r>
              <a:rPr lang="en-US" sz="1400" dirty="0">
                <a:latin typeface="Lato" panose="020F0502020204030203" pitchFamily="34" charset="0"/>
              </a:rPr>
              <a:t> Town. (2016). </a:t>
            </a:r>
            <a:r>
              <a:rPr lang="en-US" sz="1400" dirty="0" err="1">
                <a:latin typeface="Lato" panose="020F0502020204030203" pitchFamily="34" charset="0"/>
              </a:rPr>
              <a:t>Adatarayama</a:t>
            </a:r>
            <a:r>
              <a:rPr lang="en-US" sz="1400" dirty="0">
                <a:latin typeface="Lato" panose="020F0502020204030203" pitchFamily="34" charset="0"/>
              </a:rPr>
              <a:t> Volcano Disaster Prevention Map.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C936EB-8534-81EB-A064-4BBA75961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090" y="3160270"/>
            <a:ext cx="2992714" cy="27466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EFFD91-4F9D-5E68-A7FA-986A72A3BD38}"/>
              </a:ext>
            </a:extLst>
          </p:cNvPr>
          <p:cNvSpPr txBox="1"/>
          <p:nvPr/>
        </p:nvSpPr>
        <p:spPr>
          <a:xfrm>
            <a:off x="0" y="3574101"/>
            <a:ext cx="12870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effectLst/>
                <a:latin typeface="Lato" panose="020F0502020204030203" pitchFamily="34" charset="0"/>
              </a:rPr>
              <a:t>Taranaki Emergency Management. (2022). Taranaki </a:t>
            </a:r>
            <a:r>
              <a:rPr lang="en-US" sz="1400" b="0" i="0" u="none" strike="noStrike" dirty="0" err="1">
                <a:effectLst/>
                <a:latin typeface="Lato" panose="020F0502020204030203" pitchFamily="34" charset="0"/>
              </a:rPr>
              <a:t>Maunga</a:t>
            </a:r>
            <a:r>
              <a:rPr lang="en-US" sz="1400" b="0" i="0" u="none" strike="noStrike" dirty="0">
                <a:effectLst/>
                <a:latin typeface="Lato" panose="020F0502020204030203" pitchFamily="34" charset="0"/>
              </a:rPr>
              <a:t>. Lahars from Taranaki Version 1.0.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96B0FF5-0459-D4B8-76F9-5C8FAF57D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414" y="25733"/>
            <a:ext cx="3827132" cy="25481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6E10E3-C745-C09D-6F79-C818A4F1AD4A}"/>
              </a:ext>
            </a:extLst>
          </p:cNvPr>
          <p:cNvSpPr txBox="1"/>
          <p:nvPr/>
        </p:nvSpPr>
        <p:spPr>
          <a:xfrm>
            <a:off x="6173149" y="2503728"/>
            <a:ext cx="35634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effectLst/>
                <a:latin typeface="Lato" panose="020F0502020204030203" pitchFamily="34" charset="0"/>
              </a:rPr>
              <a:t>Volcano Disaster Management Councils of </a:t>
            </a:r>
            <a:r>
              <a:rPr lang="en-US" sz="1400" b="0" i="0" u="none" strike="noStrike" dirty="0" err="1">
                <a:effectLst/>
                <a:latin typeface="Lato" panose="020F0502020204030203" pitchFamily="34" charset="0"/>
              </a:rPr>
              <a:t>Iwatesan</a:t>
            </a:r>
            <a:r>
              <a:rPr lang="en-US" sz="1400" b="0" i="0" u="none" strike="noStrike" dirty="0">
                <a:effectLst/>
                <a:latin typeface="Lato" panose="020F0502020204030203" pitchFamily="34" charset="0"/>
              </a:rPr>
              <a:t>. (2019). Volcanic disaster prevention map of </a:t>
            </a:r>
            <a:r>
              <a:rPr lang="en-US" sz="1400" b="0" i="0" u="none" strike="noStrike" dirty="0" err="1">
                <a:effectLst/>
                <a:latin typeface="Lato" panose="020F0502020204030203" pitchFamily="34" charset="0"/>
              </a:rPr>
              <a:t>Iwatesan</a:t>
            </a:r>
            <a:r>
              <a:rPr lang="en-US" sz="1400" b="0" i="0" u="none" strike="noStrike" dirty="0">
                <a:effectLst/>
                <a:latin typeface="Lato" panose="020F0502020204030203" pitchFamily="34" charset="0"/>
              </a:rPr>
              <a:t> volcano. </a:t>
            </a:r>
            <a:endParaRPr lang="en-US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E2D9B55-DBD5-B5A6-7816-9F2DC4412C6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155"/>
          <a:stretch/>
        </p:blipFill>
        <p:spPr>
          <a:xfrm>
            <a:off x="7877742" y="3768483"/>
            <a:ext cx="4113150" cy="102040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45465AD-B1D7-A2BD-242D-7BAD7D536B83}"/>
              </a:ext>
            </a:extLst>
          </p:cNvPr>
          <p:cNvSpPr txBox="1"/>
          <p:nvPr/>
        </p:nvSpPr>
        <p:spPr>
          <a:xfrm>
            <a:off x="8223569" y="4788884"/>
            <a:ext cx="39066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effectLst/>
                <a:latin typeface="Lato" panose="020F0502020204030203" pitchFamily="34" charset="0"/>
              </a:rPr>
              <a:t>GNS Science (compiler). (2019). Volcanic Hazards at Whakapapa Mt. Ruapehu. Version 6.0 2019.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FFA7964-1C59-1E2F-ACE6-F3AD37C2D05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122"/>
          <a:stretch/>
        </p:blipFill>
        <p:spPr>
          <a:xfrm>
            <a:off x="6280976" y="3462174"/>
            <a:ext cx="1501204" cy="192841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5A6CD98-A87B-AF58-F08C-44D3B21D8604}"/>
              </a:ext>
            </a:extLst>
          </p:cNvPr>
          <p:cNvSpPr txBox="1"/>
          <p:nvPr/>
        </p:nvSpPr>
        <p:spPr>
          <a:xfrm>
            <a:off x="4314258" y="5428703"/>
            <a:ext cx="35634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u="none" strike="noStrike" dirty="0">
                <a:effectLst/>
                <a:latin typeface="Lato" panose="020F0502020204030203" pitchFamily="34" charset="0"/>
              </a:rPr>
              <a:t>IG-UNAM, CENAPRED, SEGOB. (2016). Popocatépetl - Lahares. </a:t>
            </a:r>
            <a:endParaRPr lang="en-US" sz="1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2363D3D-AF7B-48C0-39E6-8B90A571ED6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62" t="-2862" r="6040" b="2862"/>
          <a:stretch/>
        </p:blipFill>
        <p:spPr>
          <a:xfrm>
            <a:off x="4223156" y="3574101"/>
            <a:ext cx="2002906" cy="18411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E8610F7-F234-0458-CDC9-B6976AAF72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9546" y="36229"/>
            <a:ext cx="2341637" cy="252896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7E486EF-FA78-2FFE-DAF7-15C86BD26F9E}"/>
              </a:ext>
            </a:extLst>
          </p:cNvPr>
          <p:cNvSpPr txBox="1"/>
          <p:nvPr/>
        </p:nvSpPr>
        <p:spPr>
          <a:xfrm>
            <a:off x="4598128" y="12243"/>
            <a:ext cx="14042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effectLst/>
                <a:latin typeface="Lato" panose="020F0502020204030203" pitchFamily="34" charset="0"/>
              </a:rPr>
              <a:t>Washington Department of Natural Resources. (2014). Mount Rainier is An Active Volcano, Are You Ready for An Eruption</a:t>
            </a:r>
            <a:endParaRPr lang="en-US" sz="14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6CBA149-D87E-5BBA-0A6E-F8A8AC91C8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75" y="6013591"/>
            <a:ext cx="7716155" cy="8444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4A2388-542D-52F1-ED04-4D80EA460998}"/>
              </a:ext>
            </a:extLst>
          </p:cNvPr>
          <p:cNvSpPr txBox="1"/>
          <p:nvPr/>
        </p:nvSpPr>
        <p:spPr>
          <a:xfrm>
            <a:off x="3033713" y="3115360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single most important message of what we need to communicate to the public – is to seek higher 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AB6D8-7FF5-4389-5CCB-859085668FEF}"/>
              </a:ext>
            </a:extLst>
          </p:cNvPr>
          <p:cNvSpPr txBox="1"/>
          <p:nvPr/>
        </p:nvSpPr>
        <p:spPr>
          <a:xfrm>
            <a:off x="3033713" y="3115360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single most important message of what we need to communicate to the public – is to seek higher ground</a:t>
            </a:r>
          </a:p>
        </p:txBody>
      </p:sp>
    </p:spTree>
    <p:extLst>
      <p:ext uri="{BB962C8B-B14F-4D97-AF65-F5344CB8AC3E}">
        <p14:creationId xmlns:p14="http://schemas.microsoft.com/office/powerpoint/2010/main" val="258594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B19EB-1A58-FE92-0F25-C73AD623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85" y="228600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About LAHARZ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1BD0-E403-7035-1A49-00BBF3311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86" y="1447800"/>
            <a:ext cx="5821116" cy="479227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Semi-empirical model for forecasting lahar inundation </a:t>
            </a:r>
          </a:p>
          <a:p>
            <a:r>
              <a:rPr lang="en-US" sz="2000" dirty="0"/>
              <a:t>First developed by the USGS in 1998 (Iverson et al. 1998, Schilling 1998) in ArcMap </a:t>
            </a:r>
          </a:p>
          <a:p>
            <a:r>
              <a:rPr lang="en-US" sz="2000" dirty="0"/>
              <a:t>Updated to ArcMap python tools for new versions of ArcGIS (Schilling 2014)</a:t>
            </a:r>
          </a:p>
          <a:p>
            <a:r>
              <a:rPr lang="en-US" sz="2000" dirty="0"/>
              <a:t>Updated for </a:t>
            </a:r>
            <a:r>
              <a:rPr lang="en-US" sz="2000" dirty="0" err="1"/>
              <a:t>ArcPro</a:t>
            </a:r>
            <a:r>
              <a:rPr lang="en-US" sz="2000" dirty="0"/>
              <a:t> in 2023 by Julie Griswold</a:t>
            </a:r>
          </a:p>
          <a:p>
            <a:r>
              <a:rPr lang="en-US" sz="2000" dirty="0"/>
              <a:t>Taught at CSAV by Steve Schilling and Julie Griswold since ????</a:t>
            </a:r>
          </a:p>
          <a:p>
            <a:r>
              <a:rPr lang="en-US" sz="2000" dirty="0"/>
              <a:t>I started teaching the course with Julie in 2016 as Steve was retiring</a:t>
            </a:r>
          </a:p>
          <a:p>
            <a:r>
              <a:rPr lang="en-US" sz="2000" dirty="0"/>
              <a:t>LAHARZ is open-source, but ArcGIS is not</a:t>
            </a:r>
          </a:p>
          <a:p>
            <a:r>
              <a:rPr lang="en-US" sz="2000" dirty="0"/>
              <a:t>We’ve always wanted an open-source version of LAHARZ because ArcGIS is </a:t>
            </a:r>
            <a:r>
              <a:rPr lang="en-US" sz="2000" dirty="0">
                <a:solidFill>
                  <a:srgbClr val="00B050"/>
                </a:solidFill>
              </a:rPr>
              <a:t>$$$$$$$$$</a:t>
            </a:r>
          </a:p>
        </p:txBody>
      </p:sp>
      <p:pic>
        <p:nvPicPr>
          <p:cNvPr id="5" name="Picture 5" descr="DEM">
            <a:extLst>
              <a:ext uri="{FF2B5EF4-FFF2-40B4-BE49-F238E27FC236}">
                <a16:creationId xmlns:a16="http://schemas.microsoft.com/office/drawing/2014/main" id="{EE774DD3-D7BF-AC41-21A1-DAAC5C9AE7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05" t="-20498" r="186" b="-10148"/>
          <a:stretch/>
        </p:blipFill>
        <p:spPr bwMode="auto">
          <a:xfrm>
            <a:off x="6589645" y="409496"/>
            <a:ext cx="5486400" cy="6868886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B4183EC-69DF-3300-D13F-A19A58A4D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453" y="-10886"/>
            <a:ext cx="33813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93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B19EB-1A58-FE92-0F25-C73AD623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85" y="228600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About LAHARZ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1BD0-E403-7035-1A49-00BBF3311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269" y="1401820"/>
            <a:ext cx="5692007" cy="545618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Keith Blair at University of Bristol wrote a stand-alone Python version in late 2022, with DEM preparation done in QGIS</a:t>
            </a:r>
          </a:p>
          <a:p>
            <a:r>
              <a:rPr lang="en-US" sz="1800" dirty="0"/>
              <a:t>I’ve been working with Keith to suggest new features and improvements over the last year</a:t>
            </a:r>
          </a:p>
          <a:p>
            <a:r>
              <a:rPr lang="en-US" sz="1800" dirty="0"/>
              <a:t>You can download this version and install on your local machine from here: </a:t>
            </a:r>
            <a:r>
              <a:rPr lang="en-US" sz="1800" dirty="0">
                <a:hlinkClick r:id="rId2"/>
              </a:rPr>
              <a:t>https://github.com/Keith1815/laharz</a:t>
            </a:r>
            <a:endParaRPr lang="en-US" sz="1800" dirty="0"/>
          </a:p>
          <a:p>
            <a:r>
              <a:rPr lang="en-US" sz="1800" dirty="0"/>
              <a:t>Keith’s Python LAHARZ was installed on the VICTOR platform this year (we’ll discuss more about VICTOR), which makes it easy to run without having to worry about installing packages</a:t>
            </a:r>
          </a:p>
          <a:p>
            <a:r>
              <a:rPr lang="en-US" sz="1800" dirty="0"/>
              <a:t>We are teaching the VICTOR LAHARZ version using QGIS for the first time this year!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10FB3F-D4BB-D2F1-0792-7CB15B90ED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12" t="34445" r="31216" b="17778"/>
          <a:stretch/>
        </p:blipFill>
        <p:spPr>
          <a:xfrm>
            <a:off x="6786362" y="49895"/>
            <a:ext cx="4876800" cy="3276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4B8C79-B61F-EE0D-B7CE-592E5E9640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36" r="15021"/>
          <a:stretch/>
        </p:blipFill>
        <p:spPr>
          <a:xfrm>
            <a:off x="6786362" y="3373427"/>
            <a:ext cx="4876800" cy="345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19EB-1A58-FE92-0F25-C73AD623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 and Sam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1BD0-E403-7035-1A49-00BBF3311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33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754E-3ACF-BE1F-EDC8-0696AD164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04444-A920-4AD3-4792-E8A86151D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ArcMap? ArcGIS Pro? QGIS?</a:t>
            </a:r>
          </a:p>
          <a:p>
            <a:r>
              <a:rPr lang="en-US" dirty="0"/>
              <a:t>LAHARZ? Other lahar models?</a:t>
            </a:r>
          </a:p>
          <a:p>
            <a:r>
              <a:rPr lang="en-US" dirty="0"/>
              <a:t>Pyroclastic flow modeling? (energy cone, TITAN2D, </a:t>
            </a:r>
            <a:r>
              <a:rPr lang="en-US" dirty="0" err="1"/>
              <a:t>VolcFlow</a:t>
            </a:r>
            <a:r>
              <a:rPr lang="en-US" dirty="0"/>
              <a:t>?)</a:t>
            </a:r>
          </a:p>
          <a:p>
            <a:r>
              <a:rPr lang="en-US" dirty="0"/>
              <a:t>Hazard-map making?</a:t>
            </a:r>
          </a:p>
          <a:p>
            <a:r>
              <a:rPr lang="en-US" dirty="0"/>
              <a:t>Let’s do some introductions: your name, what country you are from, what agency you work for, what your main job is (field technician, seismologist, geologist, etc.)</a:t>
            </a:r>
          </a:p>
        </p:txBody>
      </p:sp>
    </p:spTree>
    <p:extLst>
      <p:ext uri="{BB962C8B-B14F-4D97-AF65-F5344CB8AC3E}">
        <p14:creationId xmlns:p14="http://schemas.microsoft.com/office/powerpoint/2010/main" val="79843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95500" y="1141711"/>
            <a:ext cx="2795666" cy="34743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>
                <a:latin typeface="+mj-lt"/>
                <a:ea typeface="+mj-ea"/>
                <a:cs typeface="+mj-cs"/>
              </a:rPr>
              <a:t>LAHARZ Olympics</a:t>
            </a:r>
          </a:p>
        </p:txBody>
      </p: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33193FD5-6A49-7562-EA76-F15D42E1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72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1D9E709B-AD17-A5E7-5B4E-445AEA0971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2"/>
          <a:stretch/>
        </p:blipFill>
        <p:spPr>
          <a:xfrm rot="16200000">
            <a:off x="4918388" y="362681"/>
            <a:ext cx="3428996" cy="2703635"/>
          </a:xfrm>
          <a:prstGeom prst="rect">
            <a:avLst/>
          </a:prstGeom>
        </p:spPr>
      </p:pic>
      <p:pic>
        <p:nvPicPr>
          <p:cNvPr id="2" name="Picture 2" descr="C:\Documents and Settings\sschilli\Desktop\hawaii_2011_ 011.jpg"/>
          <p:cNvPicPr>
            <a:picLocks noChangeAspect="1" noChangeArrowheads="1"/>
          </p:cNvPicPr>
          <p:nvPr/>
        </p:nvPicPr>
        <p:blipFill rotWithShape="1">
          <a:blip r:embed="rId3" cstate="print"/>
          <a:srcRect l="15920" r="31647"/>
          <a:stretch/>
        </p:blipFill>
        <p:spPr bwMode="auto">
          <a:xfrm>
            <a:off x="7964366" y="1"/>
            <a:ext cx="2703634" cy="3428996"/>
          </a:xfrm>
          <a:prstGeom prst="rect">
            <a:avLst/>
          </a:prstGeom>
          <a:noFill/>
        </p:spPr>
      </p:pic>
      <p:pic>
        <p:nvPicPr>
          <p:cNvPr id="12" name="Picture 11" descr="A group of people posing for a photo in front of a map&#10;&#10;Description automatically generated">
            <a:extLst>
              <a:ext uri="{FF2B5EF4-FFF2-40B4-BE49-F238E27FC236}">
                <a16:creationId xmlns:a16="http://schemas.microsoft.com/office/drawing/2014/main" id="{B1E3960F-8916-757F-150A-1B045501B9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5" r="47344"/>
          <a:stretch/>
        </p:blipFill>
        <p:spPr>
          <a:xfrm>
            <a:off x="5281070" y="3428996"/>
            <a:ext cx="2703635" cy="3428996"/>
          </a:xfrm>
          <a:prstGeom prst="rect">
            <a:avLst/>
          </a:prstGeom>
        </p:spPr>
      </p:pic>
      <p:pic>
        <p:nvPicPr>
          <p:cNvPr id="8" name="Picture 7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ADE4E18D-78B4-C169-5766-5429E221AB7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28" r="23844" b="2"/>
          <a:stretch/>
        </p:blipFill>
        <p:spPr>
          <a:xfrm>
            <a:off x="7964366" y="3428996"/>
            <a:ext cx="2703635" cy="3429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66090"/>
            <a:ext cx="10896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AutoNum type="arabicPeriod"/>
            </a:pPr>
            <a:r>
              <a:rPr lang="en-US" dirty="0"/>
              <a:t>With your team, pick a volcano where you want to make a lahar hazard map.</a:t>
            </a:r>
          </a:p>
          <a:p>
            <a:pPr marL="342891" indent="-342891">
              <a:buFont typeface="+mj-lt"/>
              <a:buAutoNum type="arabicPeriod" startAt="2"/>
            </a:pPr>
            <a:r>
              <a:rPr lang="en-US" dirty="0"/>
              <a:t>Review the eruption history of your volcano using the Smithsonian Institution GVP website (</a:t>
            </a:r>
            <a:r>
              <a:rPr lang="en-US" dirty="0">
                <a:hlinkClick r:id="rId2"/>
              </a:rPr>
              <a:t>http://www.volcano.si.edu/</a:t>
            </a:r>
            <a:r>
              <a:rPr lang="en-US" dirty="0"/>
              <a:t>) and/or observatory reports.   </a:t>
            </a:r>
          </a:p>
          <a:p>
            <a:pPr marL="800091" lvl="1" indent="-342891">
              <a:buFont typeface="Arial" panose="020B0604020202020204" pitchFamily="34" charset="0"/>
              <a:buChar char="•"/>
            </a:pPr>
            <a:r>
              <a:rPr lang="en-US" dirty="0"/>
              <a:t>What is typical behavior for an eruption in recent history (VEI, domes/flows/magma type/effusive/explosive)?  </a:t>
            </a:r>
          </a:p>
          <a:p>
            <a:pPr marL="800091" lvl="1" indent="-342891">
              <a:buFont typeface="Arial" panose="020B0604020202020204" pitchFamily="34" charset="0"/>
              <a:buChar char="•"/>
            </a:pPr>
            <a:r>
              <a:rPr lang="en-US" dirty="0"/>
              <a:t>What are the potential larger, longer-term styles of eruption? 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Gather information about lahars at your volcano:</a:t>
            </a:r>
          </a:p>
          <a:p>
            <a:pPr marL="914377" indent="-342891">
              <a:buFont typeface="Arial" panose="020B0604020202020204" pitchFamily="34" charset="0"/>
              <a:buChar char="•"/>
            </a:pPr>
            <a:r>
              <a:rPr lang="en-US" dirty="0"/>
              <a:t>lahar history, volumes and recurrence frequency (how big? how often?)</a:t>
            </a:r>
          </a:p>
          <a:p>
            <a:pPr marL="914377" indent="-342891">
              <a:buFont typeface="Arial" panose="020B0604020202020204" pitchFamily="34" charset="0"/>
              <a:buChar char="•"/>
            </a:pPr>
            <a:r>
              <a:rPr lang="en-US" dirty="0"/>
              <a:t>what are the triggers for lahars (typhoon, rainstorm, earthquake, eruption, landslide, pyroclastic flow, rapid snow melt, dome collapse, avalanche)</a:t>
            </a:r>
          </a:p>
          <a:p>
            <a:pPr marL="914377" indent="-342891">
              <a:buFont typeface="Arial" panose="020B0604020202020204" pitchFamily="34" charset="0"/>
              <a:buChar char="•"/>
            </a:pPr>
            <a:r>
              <a:rPr lang="en-US" dirty="0"/>
              <a:t>where have lahars been mapped or reported?</a:t>
            </a:r>
          </a:p>
          <a:p>
            <a:pPr marL="342891" indent="-342891">
              <a:buFont typeface="+mj-lt"/>
              <a:buAutoNum type="arabicPeriod" startAt="4"/>
            </a:pPr>
            <a:r>
              <a:rPr lang="en-US" dirty="0"/>
              <a:t>Is there already a lahar hazard map?  </a:t>
            </a:r>
          </a:p>
          <a:p>
            <a:pPr marL="800091" lvl="1" indent="-342891">
              <a:buFont typeface="Arial" panose="020B0604020202020204" pitchFamily="34" charset="0"/>
              <a:buChar char="•"/>
            </a:pPr>
            <a:r>
              <a:rPr lang="en-US" dirty="0"/>
              <a:t>Is there perhaps a good reason to make a new map for a different scenario or different audience?</a:t>
            </a:r>
          </a:p>
          <a:p>
            <a:pPr marL="800091" lvl="1" indent="-342891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>
                <a:hlinkClick r:id="rId3"/>
              </a:rPr>
              <a:t>https://volcanichazardmaps.org/</a:t>
            </a:r>
            <a:r>
              <a:rPr lang="en-US" dirty="0"/>
              <a:t> to look at maps for your volcano and other maps you might like</a:t>
            </a:r>
          </a:p>
          <a:p>
            <a:pPr marL="342891" indent="-342891">
              <a:buAutoNum type="arabicPeriod" startAt="4"/>
            </a:pPr>
            <a:r>
              <a:rPr lang="en-US" dirty="0"/>
              <a:t>Summarize potential lahar hazards based on this historic information. Discuss what scenario you would like to portray.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2400" y="304800"/>
            <a:ext cx="3732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Homework- Day One</a:t>
            </a:r>
          </a:p>
        </p:txBody>
      </p:sp>
    </p:spTree>
    <p:extLst>
      <p:ext uri="{BB962C8B-B14F-4D97-AF65-F5344CB8AC3E}">
        <p14:creationId xmlns:p14="http://schemas.microsoft.com/office/powerpoint/2010/main" val="916805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862586"/>
            <a:ext cx="11506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AutoNum type="arabicPeriod"/>
            </a:pPr>
            <a:r>
              <a:rPr lang="en-US" dirty="0"/>
              <a:t>Review any spatial information about your volcano.</a:t>
            </a:r>
          </a:p>
          <a:p>
            <a:pPr marL="1028683" indent="-342900">
              <a:buFont typeface="Arial" panose="020B0604020202020204" pitchFamily="34" charset="0"/>
              <a:buChar char="•"/>
            </a:pPr>
            <a:r>
              <a:rPr lang="en-US" dirty="0"/>
              <a:t> geologic map (where are the pyroclastic flows, lava flows, river channels, areas for downstream flooding)</a:t>
            </a:r>
          </a:p>
          <a:p>
            <a:pPr marL="1028683" indent="-342900">
              <a:buFont typeface="Arial" panose="020B0604020202020204" pitchFamily="34" charset="0"/>
              <a:buChar char="•"/>
            </a:pPr>
            <a:r>
              <a:rPr lang="en-US" dirty="0"/>
              <a:t> topographic map (where are the steep areas or steep canyons- where will a flow be well contained and where will a flow perhaps spill over into a flat area?)  what does the geomorphology tell you?  </a:t>
            </a:r>
          </a:p>
          <a:p>
            <a:pPr marL="1028683" indent="-342900">
              <a:buFont typeface="Arial" panose="020B0604020202020204" pitchFamily="34" charset="0"/>
              <a:buChar char="•"/>
            </a:pPr>
            <a:r>
              <a:rPr lang="en-US" dirty="0"/>
              <a:t>Use Google Earth to explore your volcano.</a:t>
            </a:r>
          </a:p>
          <a:p>
            <a:pPr marL="1028683" indent="-342900">
              <a:buFont typeface="Arial" panose="020B0604020202020204" pitchFamily="34" charset="0"/>
              <a:buChar char="•"/>
            </a:pPr>
            <a:r>
              <a:rPr lang="en-US" dirty="0"/>
              <a:t>Make an elevation profile and think about the H/L value you might use</a:t>
            </a:r>
          </a:p>
          <a:p>
            <a:r>
              <a:rPr lang="en-US" dirty="0"/>
              <a:t>2. Where are the people? 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Find a population map. How many people live nearby?</a:t>
            </a:r>
          </a:p>
          <a:p>
            <a:r>
              <a:rPr lang="en-US" dirty="0"/>
              <a:t>3. Identify major roads, rivers, lakes, villages, major cities. Where are the most important,    </a:t>
            </a:r>
          </a:p>
          <a:p>
            <a:r>
              <a:rPr lang="en-US" dirty="0"/>
              <a:t>    critical places if a disaster happens?</a:t>
            </a:r>
          </a:p>
          <a:p>
            <a:pPr marL="1027113" indent="-342900">
              <a:buFont typeface="Arial" panose="020B0604020202020204" pitchFamily="34" charset="0"/>
              <a:buChar char="•"/>
            </a:pPr>
            <a:r>
              <a:rPr lang="en-US" dirty="0"/>
              <a:t>Airports, energy resources, military assets, hospitals, schools and evacuation centers, sensitive natural areas</a:t>
            </a:r>
          </a:p>
          <a:p>
            <a:r>
              <a:rPr lang="en-US" dirty="0"/>
              <a:t>4. Decide on the scenario or scenarios for hazard map: </a:t>
            </a:r>
          </a:p>
          <a:p>
            <a:pPr marL="1028700" indent="-342900">
              <a:buFont typeface="Arial" panose="020B0604020202020204" pitchFamily="34" charset="0"/>
              <a:buChar char="•"/>
            </a:pPr>
            <a:r>
              <a:rPr lang="en-US" dirty="0"/>
              <a:t>What type of lahars are you portraying (rain-fall triggered, eruption triggered, </a:t>
            </a:r>
            <a:r>
              <a:rPr lang="en-US" dirty="0" err="1"/>
              <a:t>etc</a:t>
            </a:r>
            <a:r>
              <a:rPr lang="en-US" dirty="0"/>
              <a:t>?)</a:t>
            </a:r>
          </a:p>
          <a:p>
            <a:pPr marL="1028700" indent="-342900">
              <a:buFont typeface="Arial" panose="020B0604020202020204" pitchFamily="34" charset="0"/>
              <a:buChar char="•"/>
            </a:pPr>
            <a:r>
              <a:rPr lang="en-US" dirty="0"/>
              <a:t>If eruption-triggered, what size eruption are you considering?</a:t>
            </a:r>
          </a:p>
          <a:p>
            <a:r>
              <a:rPr lang="en-US" dirty="0"/>
              <a:t>5. Decide on your target audience:</a:t>
            </a:r>
          </a:p>
          <a:p>
            <a:pPr marL="685800" indent="342900">
              <a:buFont typeface="Arial" panose="020B0604020202020204" pitchFamily="34" charset="0"/>
              <a:buChar char="•"/>
            </a:pPr>
            <a:r>
              <a:rPr lang="en-US" dirty="0"/>
              <a:t>General public? Mining company or transportation agency? Tourists?   </a:t>
            </a:r>
          </a:p>
          <a:p>
            <a:pPr marL="685800"/>
            <a:r>
              <a:rPr lang="en-US" dirty="0"/>
              <a:t>       Emergency managers? Land-use planners? </a:t>
            </a:r>
          </a:p>
          <a:p>
            <a:pPr marL="1028700" indent="-1028700">
              <a:buFont typeface="+mj-lt"/>
              <a:buAutoNum type="arabicPeriod" startAt="4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86200" y="277811"/>
            <a:ext cx="3743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Homework- Day Two</a:t>
            </a:r>
          </a:p>
        </p:txBody>
      </p:sp>
    </p:spTree>
    <p:extLst>
      <p:ext uri="{BB962C8B-B14F-4D97-AF65-F5344CB8AC3E}">
        <p14:creationId xmlns:p14="http://schemas.microsoft.com/office/powerpoint/2010/main" val="315165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Judging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676400"/>
            <a:ext cx="8991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Map should be beautiful and easy to understand.</a:t>
            </a:r>
          </a:p>
          <a:p>
            <a:r>
              <a:rPr lang="en-US" dirty="0"/>
              <a:t>Put your names on it.  Stake your professional reputation on it.</a:t>
            </a:r>
          </a:p>
          <a:p>
            <a:r>
              <a:rPr lang="en-US" dirty="0"/>
              <a:t>Scale bar, north arrow, location map or spatial context </a:t>
            </a:r>
            <a:r>
              <a:rPr lang="en-US" sz="2300" dirty="0"/>
              <a:t>(latitude, longitude)</a:t>
            </a:r>
          </a:p>
          <a:p>
            <a:r>
              <a:rPr lang="en-US" dirty="0"/>
              <a:t>Metadata on DEM (source, resolution, projection), cite references or make acknowledgements to other data sources</a:t>
            </a:r>
          </a:p>
          <a:p>
            <a:r>
              <a:rPr lang="en-US" dirty="0"/>
              <a:t>Should be easy to recognize scenario and your message </a:t>
            </a:r>
          </a:p>
          <a:p>
            <a:r>
              <a:rPr lang="en-US" dirty="0"/>
              <a:t>Should be clear who your audience is: technical or non-technical?</a:t>
            </a:r>
          </a:p>
          <a:p>
            <a:r>
              <a:rPr lang="en-US" dirty="0"/>
              <a:t>Appropriate colors with good design elements.</a:t>
            </a:r>
          </a:p>
          <a:p>
            <a:r>
              <a:rPr lang="en-US" dirty="0"/>
              <a:t>Logos for partner agencies; make it authoritative.  </a:t>
            </a:r>
          </a:p>
          <a:p>
            <a:r>
              <a:rPr lang="en-US" dirty="0"/>
              <a:t>Areas of relative hazard easy to understand (high, medium, low)</a:t>
            </a:r>
          </a:p>
          <a:p>
            <a:r>
              <a:rPr lang="en-US" dirty="0"/>
              <a:t>Show some indication of your level of uncertainty and possible error</a:t>
            </a:r>
          </a:p>
          <a:p>
            <a:r>
              <a:rPr lang="en-US" dirty="0"/>
              <a:t>Oblique photo and/or 3-D view are optional but helpful</a:t>
            </a:r>
          </a:p>
          <a:p>
            <a:r>
              <a:rPr lang="en-US" dirty="0"/>
              <a:t>Be creative and have fun!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8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3298</TotalTime>
  <Words>1133</Words>
  <Application>Microsoft Office PowerPoint</Application>
  <PresentationFormat>Widescreen</PresentationFormat>
  <Paragraphs>89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CSAV LAHARZ 2024</vt:lpstr>
      <vt:lpstr>PowerPoint Presentation</vt:lpstr>
      <vt:lpstr>PowerPoint Presentation</vt:lpstr>
      <vt:lpstr>About LAHARZ</vt:lpstr>
      <vt:lpstr>About LAHARZ</vt:lpstr>
      <vt:lpstr>About Me and Sam</vt:lpstr>
      <vt:lpstr>About you</vt:lpstr>
      <vt:lpstr>PowerPoint Presentation</vt:lpstr>
      <vt:lpstr>PowerPoint Presentation</vt:lpstr>
      <vt:lpstr>PowerPoint Presentation</vt:lpstr>
      <vt:lpstr>Judging Criteria</vt:lpstr>
    </vt:vector>
  </TitlesOfParts>
  <Company>USGS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griswold</dc:creator>
  <cp:lastModifiedBy>Ogburn, Sarah E</cp:lastModifiedBy>
  <cp:revision>49</cp:revision>
  <dcterms:created xsi:type="dcterms:W3CDTF">2011-09-27T20:56:11Z</dcterms:created>
  <dcterms:modified xsi:type="dcterms:W3CDTF">2024-06-13T18:57:17Z</dcterms:modified>
</cp:coreProperties>
</file>