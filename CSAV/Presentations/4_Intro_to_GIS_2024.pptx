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380" r:id="rId2"/>
    <p:sldId id="257" r:id="rId3"/>
    <p:sldId id="437" r:id="rId4"/>
    <p:sldId id="439" r:id="rId5"/>
    <p:sldId id="379" r:id="rId6"/>
    <p:sldId id="368" r:id="rId7"/>
    <p:sldId id="279" r:id="rId8"/>
    <p:sldId id="280" r:id="rId9"/>
    <p:sldId id="375" r:id="rId10"/>
    <p:sldId id="436" r:id="rId11"/>
    <p:sldId id="440" r:id="rId12"/>
    <p:sldId id="438" r:id="rId13"/>
    <p:sldId id="377" r:id="rId14"/>
    <p:sldId id="376" r:id="rId15"/>
    <p:sldId id="378"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1099D5E-7DC7-FC6A-31A4-CF4B9B9B1B1A}" name="Ogburn, Sarah E" initials="OSE" userId="S::sogburn@usgs.gov::c40d2df0-46c9-4be9-b5a6-5c158e399904" providerId="AD"/>
  <p188:author id="{60691EB3-4115-1306-64C6-F00C103EE073}" name="Griswold, Julia P" initials="GP" userId="S::griswold@usgs.gov::faadb0e9-842c-4889-92ff-058f6668687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2163AB"/>
    <a:srgbClr val="205FA4"/>
    <a:srgbClr val="0D5EB7"/>
    <a:srgbClr val="0062C4"/>
    <a:srgbClr val="0066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FE6916-F71F-41E8-9120-B715769B51CB}" v="216" dt="2024-06-14T20:09:05.0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6" autoAdjust="0"/>
    <p:restoredTop sz="94660"/>
  </p:normalViewPr>
  <p:slideViewPr>
    <p:cSldViewPr snapToGrid="0">
      <p:cViewPr varScale="1">
        <p:scale>
          <a:sx n="77" d="100"/>
          <a:sy n="77" d="100"/>
        </p:scale>
        <p:origin x="58" y="1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gburn, Sarah E" userId="c40d2df0-46c9-4be9-b5a6-5c158e399904" providerId="ADAL" clId="{A8FE6916-F71F-41E8-9120-B715769B51CB}"/>
    <pc:docChg chg="undo custSel addSld delSld modSld sldOrd modMainMaster modNotesMaster">
      <pc:chgData name="Ogburn, Sarah E" userId="c40d2df0-46c9-4be9-b5a6-5c158e399904" providerId="ADAL" clId="{A8FE6916-F71F-41E8-9120-B715769B51CB}" dt="2024-06-14T20:09:05.088" v="2831"/>
      <pc:docMkLst>
        <pc:docMk/>
      </pc:docMkLst>
      <pc:sldChg chg="addSp delSp modSp mod ord modAnim">
        <pc:chgData name="Ogburn, Sarah E" userId="c40d2df0-46c9-4be9-b5a6-5c158e399904" providerId="ADAL" clId="{A8FE6916-F71F-41E8-9120-B715769B51CB}" dt="2024-06-13T18:37:39.645" v="2471"/>
        <pc:sldMkLst>
          <pc:docMk/>
          <pc:sldMk cId="0" sldId="257"/>
        </pc:sldMkLst>
        <pc:spChg chg="add mod">
          <ac:chgData name="Ogburn, Sarah E" userId="c40d2df0-46c9-4be9-b5a6-5c158e399904" providerId="ADAL" clId="{A8FE6916-F71F-41E8-9120-B715769B51CB}" dt="2024-05-22T23:35:52.279" v="124" actId="1076"/>
          <ac:spMkLst>
            <pc:docMk/>
            <pc:sldMk cId="0" sldId="257"/>
            <ac:spMk id="2" creationId="{6F954337-ABEF-D905-1C9C-C4199B1BE6DA}"/>
          </ac:spMkLst>
        </pc:spChg>
        <pc:spChg chg="del mod">
          <ac:chgData name="Ogburn, Sarah E" userId="c40d2df0-46c9-4be9-b5a6-5c158e399904" providerId="ADAL" clId="{A8FE6916-F71F-41E8-9120-B715769B51CB}" dt="2024-05-22T23:29:57.105" v="92" actId="478"/>
          <ac:spMkLst>
            <pc:docMk/>
            <pc:sldMk cId="0" sldId="257"/>
            <ac:spMk id="3" creationId="{579A9EE1-708A-E3AB-9D2E-D29180CB9444}"/>
          </ac:spMkLst>
        </pc:spChg>
        <pc:spChg chg="mod">
          <ac:chgData name="Ogburn, Sarah E" userId="c40d2df0-46c9-4be9-b5a6-5c158e399904" providerId="ADAL" clId="{A8FE6916-F71F-41E8-9120-B715769B51CB}" dt="2024-05-22T23:35:46.346" v="123" actId="404"/>
          <ac:spMkLst>
            <pc:docMk/>
            <pc:sldMk cId="0" sldId="257"/>
            <ac:spMk id="5" creationId="{C03E47E5-E97C-5155-90FF-6BF0AE6FA0C9}"/>
          </ac:spMkLst>
        </pc:spChg>
        <pc:spChg chg="add mod">
          <ac:chgData name="Ogburn, Sarah E" userId="c40d2df0-46c9-4be9-b5a6-5c158e399904" providerId="ADAL" clId="{A8FE6916-F71F-41E8-9120-B715769B51CB}" dt="2024-05-22T23:36:46.932" v="157" actId="404"/>
          <ac:spMkLst>
            <pc:docMk/>
            <pc:sldMk cId="0" sldId="257"/>
            <ac:spMk id="6" creationId="{F13C6E81-B4C9-023E-50B2-115AD79412D6}"/>
          </ac:spMkLst>
        </pc:spChg>
        <pc:spChg chg="mod">
          <ac:chgData name="Ogburn, Sarah E" userId="c40d2df0-46c9-4be9-b5a6-5c158e399904" providerId="ADAL" clId="{A8FE6916-F71F-41E8-9120-B715769B51CB}" dt="2024-05-22T23:27:34.399" v="53" actId="1076"/>
          <ac:spMkLst>
            <pc:docMk/>
            <pc:sldMk cId="0" sldId="257"/>
            <ac:spMk id="4100" creationId="{D7B03800-D80E-CBA8-24CE-CD0511037C61}"/>
          </ac:spMkLst>
        </pc:spChg>
        <pc:picChg chg="add mod">
          <ac:chgData name="Ogburn, Sarah E" userId="c40d2df0-46c9-4be9-b5a6-5c158e399904" providerId="ADAL" clId="{A8FE6916-F71F-41E8-9120-B715769B51CB}" dt="2024-05-22T23:33:16.465" v="97" actId="14100"/>
          <ac:picMkLst>
            <pc:docMk/>
            <pc:sldMk cId="0" sldId="257"/>
            <ac:picMk id="1026" creationId="{6441C491-A853-8F84-FB55-959F15BA1334}"/>
          </ac:picMkLst>
        </pc:picChg>
        <pc:picChg chg="del mod">
          <ac:chgData name="Ogburn, Sarah E" userId="c40d2df0-46c9-4be9-b5a6-5c158e399904" providerId="ADAL" clId="{A8FE6916-F71F-41E8-9120-B715769B51CB}" dt="2024-05-22T23:33:09.368" v="94" actId="478"/>
          <ac:picMkLst>
            <pc:docMk/>
            <pc:sldMk cId="0" sldId="257"/>
            <ac:picMk id="4098" creationId="{283F24CB-AC30-6315-A169-E55D45203186}"/>
          </ac:picMkLst>
        </pc:picChg>
      </pc:sldChg>
      <pc:sldChg chg="addSp delSp modSp del mod">
        <pc:chgData name="Ogburn, Sarah E" userId="c40d2df0-46c9-4be9-b5a6-5c158e399904" providerId="ADAL" clId="{A8FE6916-F71F-41E8-9120-B715769B51CB}" dt="2024-06-14T17:47:46.831" v="2507" actId="2696"/>
        <pc:sldMkLst>
          <pc:docMk/>
          <pc:sldMk cId="2021410428" sldId="258"/>
        </pc:sldMkLst>
        <pc:spChg chg="add del">
          <ac:chgData name="Ogburn, Sarah E" userId="c40d2df0-46c9-4be9-b5a6-5c158e399904" providerId="ADAL" clId="{A8FE6916-F71F-41E8-9120-B715769B51CB}" dt="2024-05-23T00:10:00.632" v="779" actId="22"/>
          <ac:spMkLst>
            <pc:docMk/>
            <pc:sldMk cId="2021410428" sldId="258"/>
            <ac:spMk id="3" creationId="{09FE099A-E828-9C0E-BCC8-33EC0E38B6A3}"/>
          </ac:spMkLst>
        </pc:spChg>
        <pc:spChg chg="mod">
          <ac:chgData name="Ogburn, Sarah E" userId="c40d2df0-46c9-4be9-b5a6-5c158e399904" providerId="ADAL" clId="{A8FE6916-F71F-41E8-9120-B715769B51CB}" dt="2024-05-23T00:21:20.822" v="922" actId="12"/>
          <ac:spMkLst>
            <pc:docMk/>
            <pc:sldMk cId="2021410428" sldId="258"/>
            <ac:spMk id="6" creationId="{0A6FA48F-05E5-892B-8BA1-C458109EF791}"/>
          </ac:spMkLst>
        </pc:spChg>
        <pc:picChg chg="del mod">
          <ac:chgData name="Ogburn, Sarah E" userId="c40d2df0-46c9-4be9-b5a6-5c158e399904" providerId="ADAL" clId="{A8FE6916-F71F-41E8-9120-B715769B51CB}" dt="2024-05-23T00:09:57.390" v="777" actId="478"/>
          <ac:picMkLst>
            <pc:docMk/>
            <pc:sldMk cId="2021410428" sldId="258"/>
            <ac:picMk id="5" creationId="{8D56B710-E9D8-A809-1C2D-16EB5AEB9874}"/>
          </ac:picMkLst>
        </pc:picChg>
        <pc:picChg chg="add mod">
          <ac:chgData name="Ogburn, Sarah E" userId="c40d2df0-46c9-4be9-b5a6-5c158e399904" providerId="ADAL" clId="{A8FE6916-F71F-41E8-9120-B715769B51CB}" dt="2024-05-23T00:10:18.348" v="782" actId="1076"/>
          <ac:picMkLst>
            <pc:docMk/>
            <pc:sldMk cId="2021410428" sldId="258"/>
            <ac:picMk id="2050" creationId="{16B2CEA4-8031-589D-FB98-4FD99040A485}"/>
          </ac:picMkLst>
        </pc:picChg>
        <pc:picChg chg="add mod">
          <ac:chgData name="Ogburn, Sarah E" userId="c40d2df0-46c9-4be9-b5a6-5c158e399904" providerId="ADAL" clId="{A8FE6916-F71F-41E8-9120-B715769B51CB}" dt="2024-05-23T00:10:46.948" v="785" actId="1076"/>
          <ac:picMkLst>
            <pc:docMk/>
            <pc:sldMk cId="2021410428" sldId="258"/>
            <ac:picMk id="2052" creationId="{412B9FC9-5275-3A9B-C2AF-34C893BCCDE5}"/>
          </ac:picMkLst>
        </pc:picChg>
      </pc:sldChg>
      <pc:sldChg chg="del">
        <pc:chgData name="Ogburn, Sarah E" userId="c40d2df0-46c9-4be9-b5a6-5c158e399904" providerId="ADAL" clId="{A8FE6916-F71F-41E8-9120-B715769B51CB}" dt="2024-05-22T21:14:18.117" v="0" actId="2696"/>
        <pc:sldMkLst>
          <pc:docMk/>
          <pc:sldMk cId="2252220372" sldId="259"/>
        </pc:sldMkLst>
      </pc:sldChg>
      <pc:sldChg chg="del">
        <pc:chgData name="Ogburn, Sarah E" userId="c40d2df0-46c9-4be9-b5a6-5c158e399904" providerId="ADAL" clId="{A8FE6916-F71F-41E8-9120-B715769B51CB}" dt="2024-05-22T21:14:18.117" v="0" actId="2696"/>
        <pc:sldMkLst>
          <pc:docMk/>
          <pc:sldMk cId="2203605942" sldId="261"/>
        </pc:sldMkLst>
      </pc:sldChg>
      <pc:sldChg chg="del">
        <pc:chgData name="Ogburn, Sarah E" userId="c40d2df0-46c9-4be9-b5a6-5c158e399904" providerId="ADAL" clId="{A8FE6916-F71F-41E8-9120-B715769B51CB}" dt="2024-05-22T21:14:18.117" v="0" actId="2696"/>
        <pc:sldMkLst>
          <pc:docMk/>
          <pc:sldMk cId="40389466" sldId="262"/>
        </pc:sldMkLst>
      </pc:sldChg>
      <pc:sldChg chg="addSp delSp modSp del mod">
        <pc:chgData name="Ogburn, Sarah E" userId="c40d2df0-46c9-4be9-b5a6-5c158e399904" providerId="ADAL" clId="{A8FE6916-F71F-41E8-9120-B715769B51CB}" dt="2024-06-14T17:47:46.831" v="2507" actId="2696"/>
        <pc:sldMkLst>
          <pc:docMk/>
          <pc:sldMk cId="148303652" sldId="263"/>
        </pc:sldMkLst>
        <pc:spChg chg="mod">
          <ac:chgData name="Ogburn, Sarah E" userId="c40d2df0-46c9-4be9-b5a6-5c158e399904" providerId="ADAL" clId="{A8FE6916-F71F-41E8-9120-B715769B51CB}" dt="2024-05-23T00:23:18.657" v="950" actId="20577"/>
          <ac:spMkLst>
            <pc:docMk/>
            <pc:sldMk cId="148303652" sldId="263"/>
            <ac:spMk id="4" creationId="{6C7EDABC-D9FC-57B6-7EC0-4AC75752EC73}"/>
          </ac:spMkLst>
        </pc:spChg>
        <pc:picChg chg="add del mod">
          <ac:chgData name="Ogburn, Sarah E" userId="c40d2df0-46c9-4be9-b5a6-5c158e399904" providerId="ADAL" clId="{A8FE6916-F71F-41E8-9120-B715769B51CB}" dt="2024-05-23T00:13:52.181" v="806" actId="478"/>
          <ac:picMkLst>
            <pc:docMk/>
            <pc:sldMk cId="148303652" sldId="263"/>
            <ac:picMk id="3" creationId="{50CABCF9-C88A-C650-B4EF-ECEA74E15AA4}"/>
          </ac:picMkLst>
        </pc:picChg>
        <pc:picChg chg="add mod">
          <ac:chgData name="Ogburn, Sarah E" userId="c40d2df0-46c9-4be9-b5a6-5c158e399904" providerId="ADAL" clId="{A8FE6916-F71F-41E8-9120-B715769B51CB}" dt="2024-05-23T00:14:03.618" v="810" actId="1076"/>
          <ac:picMkLst>
            <pc:docMk/>
            <pc:sldMk cId="148303652" sldId="263"/>
            <ac:picMk id="5122" creationId="{FC897A94-6ECE-E018-94A3-3AC73742BCC0}"/>
          </ac:picMkLst>
        </pc:picChg>
        <pc:picChg chg="add mod">
          <ac:chgData name="Ogburn, Sarah E" userId="c40d2df0-46c9-4be9-b5a6-5c158e399904" providerId="ADAL" clId="{A8FE6916-F71F-41E8-9120-B715769B51CB}" dt="2024-05-23T00:15:52.397" v="893" actId="1076"/>
          <ac:picMkLst>
            <pc:docMk/>
            <pc:sldMk cId="148303652" sldId="263"/>
            <ac:picMk id="5124" creationId="{205F4B4A-7D4B-16F6-D462-D7C2E5AE7E93}"/>
          </ac:picMkLst>
        </pc:picChg>
      </pc:sldChg>
      <pc:sldChg chg="addSp delSp modSp del mod">
        <pc:chgData name="Ogburn, Sarah E" userId="c40d2df0-46c9-4be9-b5a6-5c158e399904" providerId="ADAL" clId="{A8FE6916-F71F-41E8-9120-B715769B51CB}" dt="2024-06-14T17:47:46.831" v="2507" actId="2696"/>
        <pc:sldMkLst>
          <pc:docMk/>
          <pc:sldMk cId="243108527" sldId="264"/>
        </pc:sldMkLst>
        <pc:spChg chg="add del mod">
          <ac:chgData name="Ogburn, Sarah E" userId="c40d2df0-46c9-4be9-b5a6-5c158e399904" providerId="ADAL" clId="{A8FE6916-F71F-41E8-9120-B715769B51CB}" dt="2024-05-23T00:23:42.638" v="959" actId="1076"/>
          <ac:spMkLst>
            <pc:docMk/>
            <pc:sldMk cId="243108527" sldId="264"/>
            <ac:spMk id="4" creationId="{5655B82B-00C8-A2B9-AE08-10E24E88CD5E}"/>
          </ac:spMkLst>
        </pc:spChg>
        <pc:picChg chg="mod">
          <ac:chgData name="Ogburn, Sarah E" userId="c40d2df0-46c9-4be9-b5a6-5c158e399904" providerId="ADAL" clId="{A8FE6916-F71F-41E8-9120-B715769B51CB}" dt="2024-05-23T00:21:52.125" v="929" actId="1076"/>
          <ac:picMkLst>
            <pc:docMk/>
            <pc:sldMk cId="243108527" sldId="264"/>
            <ac:picMk id="3" creationId="{D1EEB772-5C9F-B6FA-69AE-B8DF0A8DD7B0}"/>
          </ac:picMkLst>
        </pc:picChg>
        <pc:picChg chg="add del">
          <ac:chgData name="Ogburn, Sarah E" userId="c40d2df0-46c9-4be9-b5a6-5c158e399904" providerId="ADAL" clId="{A8FE6916-F71F-41E8-9120-B715769B51CB}" dt="2024-05-23T00:19:16.267" v="903" actId="478"/>
          <ac:picMkLst>
            <pc:docMk/>
            <pc:sldMk cId="243108527" sldId="264"/>
            <ac:picMk id="6146" creationId="{847E45E9-2164-1D94-890D-4C915C687ECB}"/>
          </ac:picMkLst>
        </pc:picChg>
        <pc:picChg chg="add mod">
          <ac:chgData name="Ogburn, Sarah E" userId="c40d2df0-46c9-4be9-b5a6-5c158e399904" providerId="ADAL" clId="{A8FE6916-F71F-41E8-9120-B715769B51CB}" dt="2024-05-23T00:21:52.125" v="929" actId="1076"/>
          <ac:picMkLst>
            <pc:docMk/>
            <pc:sldMk cId="243108527" sldId="264"/>
            <ac:picMk id="6148" creationId="{580BA85B-6E93-793C-6977-3EE0EC19E94B}"/>
          </ac:picMkLst>
        </pc:picChg>
      </pc:sldChg>
      <pc:sldChg chg="modSp del">
        <pc:chgData name="Ogburn, Sarah E" userId="c40d2df0-46c9-4be9-b5a6-5c158e399904" providerId="ADAL" clId="{A8FE6916-F71F-41E8-9120-B715769B51CB}" dt="2024-06-14T17:48:48.959" v="2601" actId="2696"/>
        <pc:sldMkLst>
          <pc:docMk/>
          <pc:sldMk cId="1214346312" sldId="265"/>
        </pc:sldMkLst>
        <pc:spChg chg="mod">
          <ac:chgData name="Ogburn, Sarah E" userId="c40d2df0-46c9-4be9-b5a6-5c158e399904" providerId="ADAL" clId="{A8FE6916-F71F-41E8-9120-B715769B51CB}" dt="2024-05-22T22:54:02.966" v="11"/>
          <ac:spMkLst>
            <pc:docMk/>
            <pc:sldMk cId="1214346312" sldId="265"/>
            <ac:spMk id="3" creationId="{B7FCEAA5-56B9-68C3-AB23-5118FF64CE7F}"/>
          </ac:spMkLst>
        </pc:spChg>
        <pc:picChg chg="mod">
          <ac:chgData name="Ogburn, Sarah E" userId="c40d2df0-46c9-4be9-b5a6-5c158e399904" providerId="ADAL" clId="{A8FE6916-F71F-41E8-9120-B715769B51CB}" dt="2024-05-22T22:54:02.966" v="11"/>
          <ac:picMkLst>
            <pc:docMk/>
            <pc:sldMk cId="1214346312" sldId="265"/>
            <ac:picMk id="5" creationId="{47306043-6E22-C523-87F3-9B510DA43CD4}"/>
          </ac:picMkLst>
        </pc:picChg>
        <pc:picChg chg="mod">
          <ac:chgData name="Ogburn, Sarah E" userId="c40d2df0-46c9-4be9-b5a6-5c158e399904" providerId="ADAL" clId="{A8FE6916-F71F-41E8-9120-B715769B51CB}" dt="2024-05-22T22:54:02.966" v="11"/>
          <ac:picMkLst>
            <pc:docMk/>
            <pc:sldMk cId="1214346312" sldId="265"/>
            <ac:picMk id="7" creationId="{A5A512B3-4FB9-4FC2-AD55-D3A2FE1685FC}"/>
          </ac:picMkLst>
        </pc:picChg>
      </pc:sldChg>
      <pc:sldChg chg="addSp delSp modSp del mod">
        <pc:chgData name="Ogburn, Sarah E" userId="c40d2df0-46c9-4be9-b5a6-5c158e399904" providerId="ADAL" clId="{A8FE6916-F71F-41E8-9120-B715769B51CB}" dt="2024-05-23T00:35:05.025" v="1150" actId="2696"/>
        <pc:sldMkLst>
          <pc:docMk/>
          <pc:sldMk cId="0" sldId="267"/>
        </pc:sldMkLst>
        <pc:spChg chg="mod">
          <ac:chgData name="Ogburn, Sarah E" userId="c40d2df0-46c9-4be9-b5a6-5c158e399904" providerId="ADAL" clId="{A8FE6916-F71F-41E8-9120-B715769B51CB}" dt="2024-05-22T22:54:02.966" v="11"/>
          <ac:spMkLst>
            <pc:docMk/>
            <pc:sldMk cId="0" sldId="267"/>
            <ac:spMk id="3" creationId="{A74736C1-0DA7-2FB7-F1DD-72588DB70378}"/>
          </ac:spMkLst>
        </pc:spChg>
        <pc:spChg chg="mod">
          <ac:chgData name="Ogburn, Sarah E" userId="c40d2df0-46c9-4be9-b5a6-5c158e399904" providerId="ADAL" clId="{A8FE6916-F71F-41E8-9120-B715769B51CB}" dt="2024-05-22T22:54:02.966" v="11"/>
          <ac:spMkLst>
            <pc:docMk/>
            <pc:sldMk cId="0" sldId="267"/>
            <ac:spMk id="4" creationId="{FFD3B932-DE27-271F-09EC-83BF79E20773}"/>
          </ac:spMkLst>
        </pc:spChg>
        <pc:spChg chg="mod">
          <ac:chgData name="Ogburn, Sarah E" userId="c40d2df0-46c9-4be9-b5a6-5c158e399904" providerId="ADAL" clId="{A8FE6916-F71F-41E8-9120-B715769B51CB}" dt="2024-05-22T22:54:02.966" v="11"/>
          <ac:spMkLst>
            <pc:docMk/>
            <pc:sldMk cId="0" sldId="267"/>
            <ac:spMk id="5" creationId="{B7547962-0EDF-3CE4-AA75-EF362FDE3EE9}"/>
          </ac:spMkLst>
        </pc:spChg>
        <pc:spChg chg="mod">
          <ac:chgData name="Ogburn, Sarah E" userId="c40d2df0-46c9-4be9-b5a6-5c158e399904" providerId="ADAL" clId="{A8FE6916-F71F-41E8-9120-B715769B51CB}" dt="2024-05-22T22:54:02.966" v="11"/>
          <ac:spMkLst>
            <pc:docMk/>
            <pc:sldMk cId="0" sldId="267"/>
            <ac:spMk id="5122" creationId="{00FE52CA-3E3B-FE53-CCDA-42847A421E65}"/>
          </ac:spMkLst>
        </pc:spChg>
        <pc:picChg chg="add del mod">
          <ac:chgData name="Ogburn, Sarah E" userId="c40d2df0-46c9-4be9-b5a6-5c158e399904" providerId="ADAL" clId="{A8FE6916-F71F-41E8-9120-B715769B51CB}" dt="2024-05-22T22:50:01.591" v="10" actId="478"/>
          <ac:picMkLst>
            <pc:docMk/>
            <pc:sldMk cId="0" sldId="267"/>
            <ac:picMk id="6" creationId="{EC514238-F4AE-D3E7-8022-D18F82D1F0B3}"/>
          </ac:picMkLst>
        </pc:picChg>
        <pc:picChg chg="mod">
          <ac:chgData name="Ogburn, Sarah E" userId="c40d2df0-46c9-4be9-b5a6-5c158e399904" providerId="ADAL" clId="{A8FE6916-F71F-41E8-9120-B715769B51CB}" dt="2024-05-22T22:54:02.966" v="11"/>
          <ac:picMkLst>
            <pc:docMk/>
            <pc:sldMk cId="0" sldId="267"/>
            <ac:picMk id="7" creationId="{7A42C4DE-C85F-77B5-B95D-0C86900077F7}"/>
          </ac:picMkLst>
        </pc:picChg>
        <pc:picChg chg="mod">
          <ac:chgData name="Ogburn, Sarah E" userId="c40d2df0-46c9-4be9-b5a6-5c158e399904" providerId="ADAL" clId="{A8FE6916-F71F-41E8-9120-B715769B51CB}" dt="2024-05-22T22:54:02.966" v="11"/>
          <ac:picMkLst>
            <pc:docMk/>
            <pc:sldMk cId="0" sldId="267"/>
            <ac:picMk id="8" creationId="{940B6479-9126-38AA-7F3F-A29D8EA14E0D}"/>
          </ac:picMkLst>
        </pc:picChg>
        <pc:picChg chg="mod">
          <ac:chgData name="Ogburn, Sarah E" userId="c40d2df0-46c9-4be9-b5a6-5c158e399904" providerId="ADAL" clId="{A8FE6916-F71F-41E8-9120-B715769B51CB}" dt="2024-05-22T22:54:02.966" v="11"/>
          <ac:picMkLst>
            <pc:docMk/>
            <pc:sldMk cId="0" sldId="267"/>
            <ac:picMk id="9" creationId="{CBF463DA-4E4E-A8CC-DB14-D45086055741}"/>
          </ac:picMkLst>
        </pc:picChg>
        <pc:picChg chg="mod">
          <ac:chgData name="Ogburn, Sarah E" userId="c40d2df0-46c9-4be9-b5a6-5c158e399904" providerId="ADAL" clId="{A8FE6916-F71F-41E8-9120-B715769B51CB}" dt="2024-05-22T22:54:02.966" v="11"/>
          <ac:picMkLst>
            <pc:docMk/>
            <pc:sldMk cId="0" sldId="267"/>
            <ac:picMk id="1026" creationId="{FDD7FF6D-CF72-D7CE-6C6F-68579E79B309}"/>
          </ac:picMkLst>
        </pc:picChg>
        <pc:picChg chg="mod">
          <ac:chgData name="Ogburn, Sarah E" userId="c40d2df0-46c9-4be9-b5a6-5c158e399904" providerId="ADAL" clId="{A8FE6916-F71F-41E8-9120-B715769B51CB}" dt="2024-05-22T22:54:02.966" v="11"/>
          <ac:picMkLst>
            <pc:docMk/>
            <pc:sldMk cId="0" sldId="267"/>
            <ac:picMk id="1028" creationId="{72DBFDE9-B512-7E88-B199-E86BB019AFCE}"/>
          </ac:picMkLst>
        </pc:picChg>
      </pc:sldChg>
      <pc:sldChg chg="addSp modSp mod modNotes">
        <pc:chgData name="Ogburn, Sarah E" userId="c40d2df0-46c9-4be9-b5a6-5c158e399904" providerId="ADAL" clId="{A8FE6916-F71F-41E8-9120-B715769B51CB}" dt="2024-06-14T20:08:30.671" v="2820"/>
        <pc:sldMkLst>
          <pc:docMk/>
          <pc:sldMk cId="3144418348" sldId="279"/>
        </pc:sldMkLst>
        <pc:spChg chg="add mod">
          <ac:chgData name="Ogburn, Sarah E" userId="c40d2df0-46c9-4be9-b5a6-5c158e399904" providerId="ADAL" clId="{A8FE6916-F71F-41E8-9120-B715769B51CB}" dt="2024-06-14T20:08:30.391" v="2819" actId="1076"/>
          <ac:spMkLst>
            <pc:docMk/>
            <pc:sldMk cId="3144418348" sldId="279"/>
            <ac:spMk id="2" creationId="{4525DFAA-93CD-E404-46C3-5F5FCE7CC02D}"/>
          </ac:spMkLst>
        </pc:spChg>
        <pc:spChg chg="mod">
          <ac:chgData name="Ogburn, Sarah E" userId="c40d2df0-46c9-4be9-b5a6-5c158e399904" providerId="ADAL" clId="{A8FE6916-F71F-41E8-9120-B715769B51CB}" dt="2024-06-14T20:08:30.671" v="2820"/>
          <ac:spMkLst>
            <pc:docMk/>
            <pc:sldMk cId="3144418348" sldId="279"/>
            <ac:spMk id="4" creationId="{94A0FCB0-E0FA-6829-9550-E3F0B667B934}"/>
          </ac:spMkLst>
        </pc:spChg>
        <pc:grpChg chg="add mod">
          <ac:chgData name="Ogburn, Sarah E" userId="c40d2df0-46c9-4be9-b5a6-5c158e399904" providerId="ADAL" clId="{A8FE6916-F71F-41E8-9120-B715769B51CB}" dt="2024-06-14T20:08:30.671" v="2820"/>
          <ac:grpSpMkLst>
            <pc:docMk/>
            <pc:sldMk cId="3144418348" sldId="279"/>
            <ac:grpSpMk id="3" creationId="{148DD970-7EC0-EF21-F8DD-1A0154CCCE81}"/>
          </ac:grpSpMkLst>
        </pc:grpChg>
        <pc:grpChg chg="mod">
          <ac:chgData name="Ogburn, Sarah E" userId="c40d2df0-46c9-4be9-b5a6-5c158e399904" providerId="ADAL" clId="{A8FE6916-F71F-41E8-9120-B715769B51CB}" dt="2024-06-14T20:08:30.671" v="2820"/>
          <ac:grpSpMkLst>
            <pc:docMk/>
            <pc:sldMk cId="3144418348" sldId="279"/>
            <ac:grpSpMk id="5" creationId="{FC1CE681-999A-6D4F-54E3-A8F623CA424C}"/>
          </ac:grpSpMkLst>
        </pc:grpChg>
        <pc:picChg chg="mod">
          <ac:chgData name="Ogburn, Sarah E" userId="c40d2df0-46c9-4be9-b5a6-5c158e399904" providerId="ADAL" clId="{A8FE6916-F71F-41E8-9120-B715769B51CB}" dt="2024-06-14T20:08:30.671" v="2820"/>
          <ac:picMkLst>
            <pc:docMk/>
            <pc:sldMk cId="3144418348" sldId="279"/>
            <ac:picMk id="6" creationId="{D469B047-6EAD-EDDA-53FF-AC999E51BE30}"/>
          </ac:picMkLst>
        </pc:picChg>
        <pc:picChg chg="mod">
          <ac:chgData name="Ogburn, Sarah E" userId="c40d2df0-46c9-4be9-b5a6-5c158e399904" providerId="ADAL" clId="{A8FE6916-F71F-41E8-9120-B715769B51CB}" dt="2024-05-22T22:54:02.966" v="11"/>
          <ac:picMkLst>
            <pc:docMk/>
            <pc:sldMk cId="3144418348" sldId="279"/>
            <ac:picMk id="7" creationId="{38C24322-EEC3-4E05-ACB9-494DD374FCE4}"/>
          </ac:picMkLst>
        </pc:picChg>
        <pc:picChg chg="mod">
          <ac:chgData name="Ogburn, Sarah E" userId="c40d2df0-46c9-4be9-b5a6-5c158e399904" providerId="ADAL" clId="{A8FE6916-F71F-41E8-9120-B715769B51CB}" dt="2024-06-14T20:08:30.671" v="2820"/>
          <ac:picMkLst>
            <pc:docMk/>
            <pc:sldMk cId="3144418348" sldId="279"/>
            <ac:picMk id="8" creationId="{765CC42D-DA1F-F378-4CBA-F94377E3A4B3}"/>
          </ac:picMkLst>
        </pc:picChg>
        <pc:picChg chg="mod">
          <ac:chgData name="Ogburn, Sarah E" userId="c40d2df0-46c9-4be9-b5a6-5c158e399904" providerId="ADAL" clId="{A8FE6916-F71F-41E8-9120-B715769B51CB}" dt="2024-06-14T20:08:30.671" v="2820"/>
          <ac:picMkLst>
            <pc:docMk/>
            <pc:sldMk cId="3144418348" sldId="279"/>
            <ac:picMk id="9" creationId="{97FFCBBC-62EC-5091-1A8B-CF8C1BD4136E}"/>
          </ac:picMkLst>
        </pc:picChg>
      </pc:sldChg>
      <pc:sldChg chg="addSp delSp modSp mod modAnim delDesignElem modNotes">
        <pc:chgData name="Ogburn, Sarah E" userId="c40d2df0-46c9-4be9-b5a6-5c158e399904" providerId="ADAL" clId="{A8FE6916-F71F-41E8-9120-B715769B51CB}" dt="2024-06-13T18:38:03.650" v="2474"/>
        <pc:sldMkLst>
          <pc:docMk/>
          <pc:sldMk cId="2947942334" sldId="280"/>
        </pc:sldMkLst>
        <pc:spChg chg="mod">
          <ac:chgData name="Ogburn, Sarah E" userId="c40d2df0-46c9-4be9-b5a6-5c158e399904" providerId="ADAL" clId="{A8FE6916-F71F-41E8-9120-B715769B51CB}" dt="2024-05-22T23:58:21.843" v="530" actId="1076"/>
          <ac:spMkLst>
            <pc:docMk/>
            <pc:sldMk cId="2947942334" sldId="280"/>
            <ac:spMk id="7" creationId="{65B770E3-0BE8-358B-DFBF-8B6093EE3BEA}"/>
          </ac:spMkLst>
        </pc:spChg>
        <pc:spChg chg="add del mod">
          <ac:chgData name="Ogburn, Sarah E" userId="c40d2df0-46c9-4be9-b5a6-5c158e399904" providerId="ADAL" clId="{A8FE6916-F71F-41E8-9120-B715769B51CB}" dt="2024-05-22T21:36:20.427" v="5"/>
          <ac:spMkLst>
            <pc:docMk/>
            <pc:sldMk cId="2947942334" sldId="280"/>
            <ac:spMk id="11" creationId="{022BDE4A-8A20-4A69-9C5A-581C82036A4D}"/>
          </ac:spMkLst>
        </pc:spChg>
        <pc:spChg chg="mod">
          <ac:chgData name="Ogburn, Sarah E" userId="c40d2df0-46c9-4be9-b5a6-5c158e399904" providerId="ADAL" clId="{A8FE6916-F71F-41E8-9120-B715769B51CB}" dt="2024-05-22T23:53:51.555" v="336" actId="1076"/>
          <ac:spMkLst>
            <pc:docMk/>
            <pc:sldMk cId="2947942334" sldId="280"/>
            <ac:spMk id="14" creationId="{6C0D8042-7385-2EDE-9501-ACDF936B163D}"/>
          </ac:spMkLst>
        </pc:spChg>
        <pc:picChg chg="mod ord modCrop">
          <ac:chgData name="Ogburn, Sarah E" userId="c40d2df0-46c9-4be9-b5a6-5c158e399904" providerId="ADAL" clId="{A8FE6916-F71F-41E8-9120-B715769B51CB}" dt="2024-05-22T23:53:43.700" v="334" actId="1076"/>
          <ac:picMkLst>
            <pc:docMk/>
            <pc:sldMk cId="2947942334" sldId="280"/>
            <ac:picMk id="5" creationId="{C453745A-F4FB-4832-9E93-1A253762DD71}"/>
          </ac:picMkLst>
        </pc:picChg>
        <pc:picChg chg="mod">
          <ac:chgData name="Ogburn, Sarah E" userId="c40d2df0-46c9-4be9-b5a6-5c158e399904" providerId="ADAL" clId="{A8FE6916-F71F-41E8-9120-B715769B51CB}" dt="2024-05-22T22:54:02.966" v="11"/>
          <ac:picMkLst>
            <pc:docMk/>
            <pc:sldMk cId="2947942334" sldId="280"/>
            <ac:picMk id="6" creationId="{072BCB7A-2AF9-EABE-FA5B-3F493905490F}"/>
          </ac:picMkLst>
        </pc:picChg>
        <pc:picChg chg="mod">
          <ac:chgData name="Ogburn, Sarah E" userId="c40d2df0-46c9-4be9-b5a6-5c158e399904" providerId="ADAL" clId="{A8FE6916-F71F-41E8-9120-B715769B51CB}" dt="2024-05-22T22:54:02.966" v="11"/>
          <ac:picMkLst>
            <pc:docMk/>
            <pc:sldMk cId="2947942334" sldId="280"/>
            <ac:picMk id="12" creationId="{DA560322-89A8-A81B-6DA4-0E58D42953F0}"/>
          </ac:picMkLst>
        </pc:picChg>
      </pc:sldChg>
      <pc:sldChg chg="modSp del modNotes">
        <pc:chgData name="Ogburn, Sarah E" userId="c40d2df0-46c9-4be9-b5a6-5c158e399904" providerId="ADAL" clId="{A8FE6916-F71F-41E8-9120-B715769B51CB}" dt="2024-05-22T23:59:03.471" v="531" actId="2696"/>
        <pc:sldMkLst>
          <pc:docMk/>
          <pc:sldMk cId="3308721635" sldId="281"/>
        </pc:sldMkLst>
        <pc:spChg chg="mod">
          <ac:chgData name="Ogburn, Sarah E" userId="c40d2df0-46c9-4be9-b5a6-5c158e399904" providerId="ADAL" clId="{A8FE6916-F71F-41E8-9120-B715769B51CB}" dt="2024-05-22T22:54:02.966" v="11"/>
          <ac:spMkLst>
            <pc:docMk/>
            <pc:sldMk cId="3308721635" sldId="281"/>
            <ac:spMk id="2" creationId="{AED6C3D7-C4EE-4F41-9311-9EECC4619CCB}"/>
          </ac:spMkLst>
        </pc:spChg>
        <pc:spChg chg="mod">
          <ac:chgData name="Ogburn, Sarah E" userId="c40d2df0-46c9-4be9-b5a6-5c158e399904" providerId="ADAL" clId="{A8FE6916-F71F-41E8-9120-B715769B51CB}" dt="2024-05-22T22:54:02.966" v="11"/>
          <ac:spMkLst>
            <pc:docMk/>
            <pc:sldMk cId="3308721635" sldId="281"/>
            <ac:spMk id="3" creationId="{881FB4B9-7D6F-47EE-86EB-F8FD84658049}"/>
          </ac:spMkLst>
        </pc:spChg>
        <pc:picChg chg="mod">
          <ac:chgData name="Ogburn, Sarah E" userId="c40d2df0-46c9-4be9-b5a6-5c158e399904" providerId="ADAL" clId="{A8FE6916-F71F-41E8-9120-B715769B51CB}" dt="2024-05-22T22:54:02.966" v="11"/>
          <ac:picMkLst>
            <pc:docMk/>
            <pc:sldMk cId="3308721635" sldId="281"/>
            <ac:picMk id="5" creationId="{72BB1270-44C9-4843-B665-8771DDD9B3E4}"/>
          </ac:picMkLst>
        </pc:picChg>
      </pc:sldChg>
      <pc:sldChg chg="modSp del modNotes">
        <pc:chgData name="Ogburn, Sarah E" userId="c40d2df0-46c9-4be9-b5a6-5c158e399904" providerId="ADAL" clId="{A8FE6916-F71F-41E8-9120-B715769B51CB}" dt="2024-05-22T23:59:03.471" v="531" actId="2696"/>
        <pc:sldMkLst>
          <pc:docMk/>
          <pc:sldMk cId="590823664" sldId="282"/>
        </pc:sldMkLst>
        <pc:spChg chg="mod">
          <ac:chgData name="Ogburn, Sarah E" userId="c40d2df0-46c9-4be9-b5a6-5c158e399904" providerId="ADAL" clId="{A8FE6916-F71F-41E8-9120-B715769B51CB}" dt="2024-05-22T22:54:02.966" v="11"/>
          <ac:spMkLst>
            <pc:docMk/>
            <pc:sldMk cId="590823664" sldId="282"/>
            <ac:spMk id="2" creationId="{4F664D0C-15A9-4180-8C69-4F718E86E013}"/>
          </ac:spMkLst>
        </pc:spChg>
        <pc:spChg chg="mod">
          <ac:chgData name="Ogburn, Sarah E" userId="c40d2df0-46c9-4be9-b5a6-5c158e399904" providerId="ADAL" clId="{A8FE6916-F71F-41E8-9120-B715769B51CB}" dt="2024-05-22T22:54:02.966" v="11"/>
          <ac:spMkLst>
            <pc:docMk/>
            <pc:sldMk cId="590823664" sldId="282"/>
            <ac:spMk id="3" creationId="{CB693C43-254A-4128-9359-03CB6B1C75E7}"/>
          </ac:spMkLst>
        </pc:spChg>
        <pc:picChg chg="mod">
          <ac:chgData name="Ogburn, Sarah E" userId="c40d2df0-46c9-4be9-b5a6-5c158e399904" providerId="ADAL" clId="{A8FE6916-F71F-41E8-9120-B715769B51CB}" dt="2024-05-22T22:54:02.966" v="11"/>
          <ac:picMkLst>
            <pc:docMk/>
            <pc:sldMk cId="590823664" sldId="282"/>
            <ac:picMk id="5" creationId="{FF78CE3B-83BA-4590-B798-1BCB20614FF1}"/>
          </ac:picMkLst>
        </pc:picChg>
      </pc:sldChg>
      <pc:sldChg chg="del">
        <pc:chgData name="Ogburn, Sarah E" userId="c40d2df0-46c9-4be9-b5a6-5c158e399904" providerId="ADAL" clId="{A8FE6916-F71F-41E8-9120-B715769B51CB}" dt="2024-05-22T21:14:18.117" v="0" actId="2696"/>
        <pc:sldMkLst>
          <pc:docMk/>
          <pc:sldMk cId="1255772302" sldId="293"/>
        </pc:sldMkLst>
      </pc:sldChg>
      <pc:sldChg chg="del">
        <pc:chgData name="Ogburn, Sarah E" userId="c40d2df0-46c9-4be9-b5a6-5c158e399904" providerId="ADAL" clId="{A8FE6916-F71F-41E8-9120-B715769B51CB}" dt="2024-05-22T21:14:18.117" v="0" actId="2696"/>
        <pc:sldMkLst>
          <pc:docMk/>
          <pc:sldMk cId="2336930335" sldId="294"/>
        </pc:sldMkLst>
      </pc:sldChg>
      <pc:sldChg chg="del">
        <pc:chgData name="Ogburn, Sarah E" userId="c40d2df0-46c9-4be9-b5a6-5c158e399904" providerId="ADAL" clId="{A8FE6916-F71F-41E8-9120-B715769B51CB}" dt="2024-05-22T21:14:18.117" v="0" actId="2696"/>
        <pc:sldMkLst>
          <pc:docMk/>
          <pc:sldMk cId="35785666" sldId="298"/>
        </pc:sldMkLst>
      </pc:sldChg>
      <pc:sldChg chg="del">
        <pc:chgData name="Ogburn, Sarah E" userId="c40d2df0-46c9-4be9-b5a6-5c158e399904" providerId="ADAL" clId="{A8FE6916-F71F-41E8-9120-B715769B51CB}" dt="2024-05-22T21:14:18.117" v="0" actId="2696"/>
        <pc:sldMkLst>
          <pc:docMk/>
          <pc:sldMk cId="663818106" sldId="299"/>
        </pc:sldMkLst>
      </pc:sldChg>
      <pc:sldChg chg="del">
        <pc:chgData name="Ogburn, Sarah E" userId="c40d2df0-46c9-4be9-b5a6-5c158e399904" providerId="ADAL" clId="{A8FE6916-F71F-41E8-9120-B715769B51CB}" dt="2024-05-22T21:14:18.117" v="0" actId="2696"/>
        <pc:sldMkLst>
          <pc:docMk/>
          <pc:sldMk cId="858821886" sldId="305"/>
        </pc:sldMkLst>
      </pc:sldChg>
      <pc:sldChg chg="del">
        <pc:chgData name="Ogburn, Sarah E" userId="c40d2df0-46c9-4be9-b5a6-5c158e399904" providerId="ADAL" clId="{A8FE6916-F71F-41E8-9120-B715769B51CB}" dt="2024-05-22T21:14:18.117" v="0" actId="2696"/>
        <pc:sldMkLst>
          <pc:docMk/>
          <pc:sldMk cId="1242661939" sldId="306"/>
        </pc:sldMkLst>
      </pc:sldChg>
      <pc:sldChg chg="del">
        <pc:chgData name="Ogburn, Sarah E" userId="c40d2df0-46c9-4be9-b5a6-5c158e399904" providerId="ADAL" clId="{A8FE6916-F71F-41E8-9120-B715769B51CB}" dt="2024-05-22T21:14:18.117" v="0" actId="2696"/>
        <pc:sldMkLst>
          <pc:docMk/>
          <pc:sldMk cId="361478668" sldId="307"/>
        </pc:sldMkLst>
      </pc:sldChg>
      <pc:sldChg chg="del">
        <pc:chgData name="Ogburn, Sarah E" userId="c40d2df0-46c9-4be9-b5a6-5c158e399904" providerId="ADAL" clId="{A8FE6916-F71F-41E8-9120-B715769B51CB}" dt="2024-05-22T21:14:18.117" v="0" actId="2696"/>
        <pc:sldMkLst>
          <pc:docMk/>
          <pc:sldMk cId="3133890221" sldId="308"/>
        </pc:sldMkLst>
      </pc:sldChg>
      <pc:sldChg chg="del">
        <pc:chgData name="Ogburn, Sarah E" userId="c40d2df0-46c9-4be9-b5a6-5c158e399904" providerId="ADAL" clId="{A8FE6916-F71F-41E8-9120-B715769B51CB}" dt="2024-05-22T21:14:18.117" v="0" actId="2696"/>
        <pc:sldMkLst>
          <pc:docMk/>
          <pc:sldMk cId="1258146936" sldId="309"/>
        </pc:sldMkLst>
      </pc:sldChg>
      <pc:sldChg chg="modSp del">
        <pc:chgData name="Ogburn, Sarah E" userId="c40d2df0-46c9-4be9-b5a6-5c158e399904" providerId="ADAL" clId="{A8FE6916-F71F-41E8-9120-B715769B51CB}" dt="2024-06-13T17:30:30.844" v="1171" actId="2696"/>
        <pc:sldMkLst>
          <pc:docMk/>
          <pc:sldMk cId="115435861" sldId="364"/>
        </pc:sldMkLst>
        <pc:spChg chg="mod">
          <ac:chgData name="Ogburn, Sarah E" userId="c40d2df0-46c9-4be9-b5a6-5c158e399904" providerId="ADAL" clId="{A8FE6916-F71F-41E8-9120-B715769B51CB}" dt="2024-05-22T22:54:02.966" v="11"/>
          <ac:spMkLst>
            <pc:docMk/>
            <pc:sldMk cId="115435861" sldId="364"/>
            <ac:spMk id="11270" creationId="{00000000-0000-0000-0000-000000000000}"/>
          </ac:spMkLst>
        </pc:spChg>
        <pc:spChg chg="mod">
          <ac:chgData name="Ogburn, Sarah E" userId="c40d2df0-46c9-4be9-b5a6-5c158e399904" providerId="ADAL" clId="{A8FE6916-F71F-41E8-9120-B715769B51CB}" dt="2024-05-22T22:54:02.966" v="11"/>
          <ac:spMkLst>
            <pc:docMk/>
            <pc:sldMk cId="115435861" sldId="364"/>
            <ac:spMk id="11271" creationId="{00000000-0000-0000-0000-000000000000}"/>
          </ac:spMkLst>
        </pc:spChg>
        <pc:picChg chg="mod">
          <ac:chgData name="Ogburn, Sarah E" userId="c40d2df0-46c9-4be9-b5a6-5c158e399904" providerId="ADAL" clId="{A8FE6916-F71F-41E8-9120-B715769B51CB}" dt="2024-05-22T22:54:02.966" v="11"/>
          <ac:picMkLst>
            <pc:docMk/>
            <pc:sldMk cId="115435861" sldId="364"/>
            <ac:picMk id="2" creationId="{8D8720D7-D159-E4E9-F85D-E559497B08C7}"/>
          </ac:picMkLst>
        </pc:picChg>
        <pc:picChg chg="mod">
          <ac:chgData name="Ogburn, Sarah E" userId="c40d2df0-46c9-4be9-b5a6-5c158e399904" providerId="ADAL" clId="{A8FE6916-F71F-41E8-9120-B715769B51CB}" dt="2024-05-22T22:54:02.966" v="11"/>
          <ac:picMkLst>
            <pc:docMk/>
            <pc:sldMk cId="115435861" sldId="364"/>
            <ac:picMk id="11268" creationId="{00000000-0000-0000-0000-000000000000}"/>
          </ac:picMkLst>
        </pc:picChg>
        <pc:picChg chg="mod">
          <ac:chgData name="Ogburn, Sarah E" userId="c40d2df0-46c9-4be9-b5a6-5c158e399904" providerId="ADAL" clId="{A8FE6916-F71F-41E8-9120-B715769B51CB}" dt="2024-05-22T22:54:02.966" v="11"/>
          <ac:picMkLst>
            <pc:docMk/>
            <pc:sldMk cId="115435861" sldId="364"/>
            <ac:picMk id="11269" creationId="{00000000-0000-0000-0000-000000000000}"/>
          </ac:picMkLst>
        </pc:picChg>
        <pc:picChg chg="mod">
          <ac:chgData name="Ogburn, Sarah E" userId="c40d2df0-46c9-4be9-b5a6-5c158e399904" providerId="ADAL" clId="{A8FE6916-F71F-41E8-9120-B715769B51CB}" dt="2024-05-22T22:54:02.966" v="11"/>
          <ac:picMkLst>
            <pc:docMk/>
            <pc:sldMk cId="115435861" sldId="364"/>
            <ac:picMk id="11273" creationId="{00000000-0000-0000-0000-000000000000}"/>
          </ac:picMkLst>
        </pc:picChg>
      </pc:sldChg>
      <pc:sldChg chg="modSp del">
        <pc:chgData name="Ogburn, Sarah E" userId="c40d2df0-46c9-4be9-b5a6-5c158e399904" providerId="ADAL" clId="{A8FE6916-F71F-41E8-9120-B715769B51CB}" dt="2024-05-22T23:38:44.293" v="158" actId="2696"/>
        <pc:sldMkLst>
          <pc:docMk/>
          <pc:sldMk cId="1714102952" sldId="365"/>
        </pc:sldMkLst>
        <pc:spChg chg="mod">
          <ac:chgData name="Ogburn, Sarah E" userId="c40d2df0-46c9-4be9-b5a6-5c158e399904" providerId="ADAL" clId="{A8FE6916-F71F-41E8-9120-B715769B51CB}" dt="2024-05-22T22:54:02.966" v="11"/>
          <ac:spMkLst>
            <pc:docMk/>
            <pc:sldMk cId="1714102952" sldId="365"/>
            <ac:spMk id="3" creationId="{00000000-0000-0000-0000-000000000000}"/>
          </ac:spMkLst>
        </pc:spChg>
        <pc:picChg chg="mod">
          <ac:chgData name="Ogburn, Sarah E" userId="c40d2df0-46c9-4be9-b5a6-5c158e399904" providerId="ADAL" clId="{A8FE6916-F71F-41E8-9120-B715769B51CB}" dt="2024-05-22T22:54:02.966" v="11"/>
          <ac:picMkLst>
            <pc:docMk/>
            <pc:sldMk cId="1714102952" sldId="365"/>
            <ac:picMk id="2" creationId="{00000000-0000-0000-0000-000000000000}"/>
          </ac:picMkLst>
        </pc:picChg>
      </pc:sldChg>
      <pc:sldChg chg="modSp del">
        <pc:chgData name="Ogburn, Sarah E" userId="c40d2df0-46c9-4be9-b5a6-5c158e399904" providerId="ADAL" clId="{A8FE6916-F71F-41E8-9120-B715769B51CB}" dt="2024-05-22T23:38:46.737" v="159" actId="2696"/>
        <pc:sldMkLst>
          <pc:docMk/>
          <pc:sldMk cId="994203581" sldId="366"/>
        </pc:sldMkLst>
        <pc:spChg chg="mod">
          <ac:chgData name="Ogburn, Sarah E" userId="c40d2df0-46c9-4be9-b5a6-5c158e399904" providerId="ADAL" clId="{A8FE6916-F71F-41E8-9120-B715769B51CB}" dt="2024-05-22T22:54:02.966" v="11"/>
          <ac:spMkLst>
            <pc:docMk/>
            <pc:sldMk cId="994203581" sldId="366"/>
            <ac:spMk id="2" creationId="{00000000-0000-0000-0000-000000000000}"/>
          </ac:spMkLst>
        </pc:spChg>
        <pc:picChg chg="mod">
          <ac:chgData name="Ogburn, Sarah E" userId="c40d2df0-46c9-4be9-b5a6-5c158e399904" providerId="ADAL" clId="{A8FE6916-F71F-41E8-9120-B715769B51CB}" dt="2024-05-22T22:54:02.966" v="11"/>
          <ac:picMkLst>
            <pc:docMk/>
            <pc:sldMk cId="994203581" sldId="366"/>
            <ac:picMk id="1026" creationId="{00000000-0000-0000-0000-000000000000}"/>
          </ac:picMkLst>
        </pc:picChg>
      </pc:sldChg>
      <pc:sldChg chg="addSp modSp modAnim">
        <pc:chgData name="Ogburn, Sarah E" userId="c40d2df0-46c9-4be9-b5a6-5c158e399904" providerId="ADAL" clId="{A8FE6916-F71F-41E8-9120-B715769B51CB}" dt="2024-06-14T20:08:24.656" v="2818"/>
        <pc:sldMkLst>
          <pc:docMk/>
          <pc:sldMk cId="3551279279" sldId="368"/>
        </pc:sldMkLst>
        <pc:spChg chg="mod">
          <ac:chgData name="Ogburn, Sarah E" userId="c40d2df0-46c9-4be9-b5a6-5c158e399904" providerId="ADAL" clId="{A8FE6916-F71F-41E8-9120-B715769B51CB}" dt="2024-05-22T22:54:02.966" v="11"/>
          <ac:spMkLst>
            <pc:docMk/>
            <pc:sldMk cId="3551279279" sldId="368"/>
            <ac:spMk id="2" creationId="{B4926FC3-A095-290E-7DAF-0A722506BE50}"/>
          </ac:spMkLst>
        </pc:spChg>
        <pc:spChg chg="mod">
          <ac:chgData name="Ogburn, Sarah E" userId="c40d2df0-46c9-4be9-b5a6-5c158e399904" providerId="ADAL" clId="{A8FE6916-F71F-41E8-9120-B715769B51CB}" dt="2024-05-22T22:54:02.966" v="11"/>
          <ac:spMkLst>
            <pc:docMk/>
            <pc:sldMk cId="3551279279" sldId="368"/>
            <ac:spMk id="3" creationId="{974D011A-A6E3-C690-BCDB-56ADEAFE6D10}"/>
          </ac:spMkLst>
        </pc:spChg>
        <pc:spChg chg="mod">
          <ac:chgData name="Ogburn, Sarah E" userId="c40d2df0-46c9-4be9-b5a6-5c158e399904" providerId="ADAL" clId="{A8FE6916-F71F-41E8-9120-B715769B51CB}" dt="2024-05-22T22:54:02.966" v="11"/>
          <ac:spMkLst>
            <pc:docMk/>
            <pc:sldMk cId="3551279279" sldId="368"/>
            <ac:spMk id="5" creationId="{887B97C1-A72F-619F-FB79-F16CA0D39D4A}"/>
          </ac:spMkLst>
        </pc:spChg>
        <pc:spChg chg="mod">
          <ac:chgData name="Ogburn, Sarah E" userId="c40d2df0-46c9-4be9-b5a6-5c158e399904" providerId="ADAL" clId="{A8FE6916-F71F-41E8-9120-B715769B51CB}" dt="2024-05-22T22:54:02.966" v="11"/>
          <ac:spMkLst>
            <pc:docMk/>
            <pc:sldMk cId="3551279279" sldId="368"/>
            <ac:spMk id="11" creationId="{DE31EBBD-4CA7-8419-017C-F66C89E6644A}"/>
          </ac:spMkLst>
        </pc:spChg>
        <pc:spChg chg="mod">
          <ac:chgData name="Ogburn, Sarah E" userId="c40d2df0-46c9-4be9-b5a6-5c158e399904" providerId="ADAL" clId="{A8FE6916-F71F-41E8-9120-B715769B51CB}" dt="2024-05-22T22:54:02.966" v="11"/>
          <ac:spMkLst>
            <pc:docMk/>
            <pc:sldMk cId="3551279279" sldId="368"/>
            <ac:spMk id="12" creationId="{92C1B24F-84FA-127A-7BEE-1DD5B7F5D1C9}"/>
          </ac:spMkLst>
        </pc:spChg>
        <pc:spChg chg="mod">
          <ac:chgData name="Ogburn, Sarah E" userId="c40d2df0-46c9-4be9-b5a6-5c158e399904" providerId="ADAL" clId="{A8FE6916-F71F-41E8-9120-B715769B51CB}" dt="2024-05-22T23:39:31.097" v="160" actId="1076"/>
          <ac:spMkLst>
            <pc:docMk/>
            <pc:sldMk cId="3551279279" sldId="368"/>
            <ac:spMk id="13" creationId="{4F75E029-B844-188F-2D5C-F7BB1C9D2786}"/>
          </ac:spMkLst>
        </pc:spChg>
        <pc:spChg chg="mod">
          <ac:chgData name="Ogburn, Sarah E" userId="c40d2df0-46c9-4be9-b5a6-5c158e399904" providerId="ADAL" clId="{A8FE6916-F71F-41E8-9120-B715769B51CB}" dt="2024-06-14T20:08:24.656" v="2818"/>
          <ac:spMkLst>
            <pc:docMk/>
            <pc:sldMk cId="3551279279" sldId="368"/>
            <ac:spMk id="15" creationId="{D95F6CFA-509F-E17F-6730-95247D2F897F}"/>
          </ac:spMkLst>
        </pc:spChg>
        <pc:grpChg chg="mod">
          <ac:chgData name="Ogburn, Sarah E" userId="c40d2df0-46c9-4be9-b5a6-5c158e399904" providerId="ADAL" clId="{A8FE6916-F71F-41E8-9120-B715769B51CB}" dt="2024-05-22T22:54:02.966" v="11"/>
          <ac:grpSpMkLst>
            <pc:docMk/>
            <pc:sldMk cId="3551279279" sldId="368"/>
            <ac:grpSpMk id="8" creationId="{8A3EC12A-3D0D-F17E-5FD4-016D78CCF1AF}"/>
          </ac:grpSpMkLst>
        </pc:grpChg>
        <pc:grpChg chg="add mod">
          <ac:chgData name="Ogburn, Sarah E" userId="c40d2df0-46c9-4be9-b5a6-5c158e399904" providerId="ADAL" clId="{A8FE6916-F71F-41E8-9120-B715769B51CB}" dt="2024-06-14T20:08:24.656" v="2818"/>
          <ac:grpSpMkLst>
            <pc:docMk/>
            <pc:sldMk cId="3551279279" sldId="368"/>
            <ac:grpSpMk id="14" creationId="{3572326A-9657-80AF-1485-F6BB852E231F}"/>
          </ac:grpSpMkLst>
        </pc:grpChg>
        <pc:grpChg chg="mod">
          <ac:chgData name="Ogburn, Sarah E" userId="c40d2df0-46c9-4be9-b5a6-5c158e399904" providerId="ADAL" clId="{A8FE6916-F71F-41E8-9120-B715769B51CB}" dt="2024-06-14T20:08:24.656" v="2818"/>
          <ac:grpSpMkLst>
            <pc:docMk/>
            <pc:sldMk cId="3551279279" sldId="368"/>
            <ac:grpSpMk id="16" creationId="{4BA60460-94F1-9F48-EE20-333024C387CB}"/>
          </ac:grpSpMkLst>
        </pc:grpChg>
        <pc:graphicFrameChg chg="mod">
          <ac:chgData name="Ogburn, Sarah E" userId="c40d2df0-46c9-4be9-b5a6-5c158e399904" providerId="ADAL" clId="{A8FE6916-F71F-41E8-9120-B715769B51CB}" dt="2024-05-22T22:54:02.966" v="11"/>
          <ac:graphicFrameMkLst>
            <pc:docMk/>
            <pc:sldMk cId="3551279279" sldId="368"/>
            <ac:graphicFrameMk id="4" creationId="{06681043-1DBC-2FF2-00BD-F99704A6FF04}"/>
          </ac:graphicFrameMkLst>
        </pc:graphicFrameChg>
        <pc:picChg chg="mod">
          <ac:chgData name="Ogburn, Sarah E" userId="c40d2df0-46c9-4be9-b5a6-5c158e399904" providerId="ADAL" clId="{A8FE6916-F71F-41E8-9120-B715769B51CB}" dt="2024-06-14T20:08:24.656" v="2818"/>
          <ac:picMkLst>
            <pc:docMk/>
            <pc:sldMk cId="3551279279" sldId="368"/>
            <ac:picMk id="17" creationId="{F0C183A7-C56A-EB14-CDF7-6E8EC17ED5A8}"/>
          </ac:picMkLst>
        </pc:picChg>
        <pc:picChg chg="mod">
          <ac:chgData name="Ogburn, Sarah E" userId="c40d2df0-46c9-4be9-b5a6-5c158e399904" providerId="ADAL" clId="{A8FE6916-F71F-41E8-9120-B715769B51CB}" dt="2024-06-14T20:08:24.656" v="2818"/>
          <ac:picMkLst>
            <pc:docMk/>
            <pc:sldMk cId="3551279279" sldId="368"/>
            <ac:picMk id="18" creationId="{7D42CDE0-5D12-519B-9032-51F88267CEF6}"/>
          </ac:picMkLst>
        </pc:picChg>
        <pc:picChg chg="mod">
          <ac:chgData name="Ogburn, Sarah E" userId="c40d2df0-46c9-4be9-b5a6-5c158e399904" providerId="ADAL" clId="{A8FE6916-F71F-41E8-9120-B715769B51CB}" dt="2024-06-14T20:08:24.656" v="2818"/>
          <ac:picMkLst>
            <pc:docMk/>
            <pc:sldMk cId="3551279279" sldId="368"/>
            <ac:picMk id="19" creationId="{C08D8198-3FDD-A60F-EB11-DA96FAA5183E}"/>
          </ac:picMkLst>
        </pc:picChg>
        <pc:cxnChg chg="mod">
          <ac:chgData name="Ogburn, Sarah E" userId="c40d2df0-46c9-4be9-b5a6-5c158e399904" providerId="ADAL" clId="{A8FE6916-F71F-41E8-9120-B715769B51CB}" dt="2024-05-22T22:54:02.966" v="11"/>
          <ac:cxnSpMkLst>
            <pc:docMk/>
            <pc:sldMk cId="3551279279" sldId="368"/>
            <ac:cxnSpMk id="6" creationId="{1E20ECF1-7F55-A8AD-D958-9414CFAF3244}"/>
          </ac:cxnSpMkLst>
        </pc:cxnChg>
        <pc:cxnChg chg="mod">
          <ac:chgData name="Ogburn, Sarah E" userId="c40d2df0-46c9-4be9-b5a6-5c158e399904" providerId="ADAL" clId="{A8FE6916-F71F-41E8-9120-B715769B51CB}" dt="2024-05-22T22:54:02.966" v="11"/>
          <ac:cxnSpMkLst>
            <pc:docMk/>
            <pc:sldMk cId="3551279279" sldId="368"/>
            <ac:cxnSpMk id="7" creationId="{D5D3CBAF-9DB8-18C6-7F2C-BFF6A14DDC35}"/>
          </ac:cxnSpMkLst>
        </pc:cxnChg>
        <pc:cxnChg chg="mod">
          <ac:chgData name="Ogburn, Sarah E" userId="c40d2df0-46c9-4be9-b5a6-5c158e399904" providerId="ADAL" clId="{A8FE6916-F71F-41E8-9120-B715769B51CB}" dt="2024-05-22T22:54:02.966" v="11"/>
          <ac:cxnSpMkLst>
            <pc:docMk/>
            <pc:sldMk cId="3551279279" sldId="368"/>
            <ac:cxnSpMk id="9" creationId="{E8EE1E2E-7F2C-B30E-7149-0D6B773F9545}"/>
          </ac:cxnSpMkLst>
        </pc:cxnChg>
        <pc:cxnChg chg="mod">
          <ac:chgData name="Ogburn, Sarah E" userId="c40d2df0-46c9-4be9-b5a6-5c158e399904" providerId="ADAL" clId="{A8FE6916-F71F-41E8-9120-B715769B51CB}" dt="2024-05-22T22:54:02.966" v="11"/>
          <ac:cxnSpMkLst>
            <pc:docMk/>
            <pc:sldMk cId="3551279279" sldId="368"/>
            <ac:cxnSpMk id="10" creationId="{D664E818-83F9-9055-14DB-DFC7FD6ACD70}"/>
          </ac:cxnSpMkLst>
        </pc:cxnChg>
      </pc:sldChg>
      <pc:sldChg chg="modSp del">
        <pc:chgData name="Ogburn, Sarah E" userId="c40d2df0-46c9-4be9-b5a6-5c158e399904" providerId="ADAL" clId="{A8FE6916-F71F-41E8-9120-B715769B51CB}" dt="2024-05-22T23:39:38.255" v="161" actId="2696"/>
        <pc:sldMkLst>
          <pc:docMk/>
          <pc:sldMk cId="1336194039" sldId="369"/>
        </pc:sldMkLst>
        <pc:spChg chg="mod">
          <ac:chgData name="Ogburn, Sarah E" userId="c40d2df0-46c9-4be9-b5a6-5c158e399904" providerId="ADAL" clId="{A8FE6916-F71F-41E8-9120-B715769B51CB}" dt="2024-05-22T22:54:02.966" v="11"/>
          <ac:spMkLst>
            <pc:docMk/>
            <pc:sldMk cId="1336194039" sldId="369"/>
            <ac:spMk id="3" creationId="{8EE54B21-B62B-8AE2-9354-3E26DC2CF55C}"/>
          </ac:spMkLst>
        </pc:spChg>
        <pc:spChg chg="mod">
          <ac:chgData name="Ogburn, Sarah E" userId="c40d2df0-46c9-4be9-b5a6-5c158e399904" providerId="ADAL" clId="{A8FE6916-F71F-41E8-9120-B715769B51CB}" dt="2024-05-22T22:54:02.966" v="11"/>
          <ac:spMkLst>
            <pc:docMk/>
            <pc:sldMk cId="1336194039" sldId="369"/>
            <ac:spMk id="5" creationId="{10DFB35F-A47F-7FE9-9DBF-8ADF06D69276}"/>
          </ac:spMkLst>
        </pc:spChg>
        <pc:spChg chg="mod">
          <ac:chgData name="Ogburn, Sarah E" userId="c40d2df0-46c9-4be9-b5a6-5c158e399904" providerId="ADAL" clId="{A8FE6916-F71F-41E8-9120-B715769B51CB}" dt="2024-05-22T22:54:02.966" v="11"/>
          <ac:spMkLst>
            <pc:docMk/>
            <pc:sldMk cId="1336194039" sldId="369"/>
            <ac:spMk id="6" creationId="{07860BFB-E442-9B13-0D54-4DAD16CBA5D4}"/>
          </ac:spMkLst>
        </pc:spChg>
        <pc:picChg chg="mod">
          <ac:chgData name="Ogburn, Sarah E" userId="c40d2df0-46c9-4be9-b5a6-5c158e399904" providerId="ADAL" clId="{A8FE6916-F71F-41E8-9120-B715769B51CB}" dt="2024-05-22T22:54:02.966" v="11"/>
          <ac:picMkLst>
            <pc:docMk/>
            <pc:sldMk cId="1336194039" sldId="369"/>
            <ac:picMk id="2" creationId="{710B38F7-FC52-4731-02B4-4E6B697DDE4D}"/>
          </ac:picMkLst>
        </pc:picChg>
      </pc:sldChg>
      <pc:sldChg chg="modSp del">
        <pc:chgData name="Ogburn, Sarah E" userId="c40d2df0-46c9-4be9-b5a6-5c158e399904" providerId="ADAL" clId="{A8FE6916-F71F-41E8-9120-B715769B51CB}" dt="2024-06-13T17:31:09.118" v="1172" actId="2696"/>
        <pc:sldMkLst>
          <pc:docMk/>
          <pc:sldMk cId="3872401123" sldId="370"/>
        </pc:sldMkLst>
        <pc:spChg chg="mod">
          <ac:chgData name="Ogburn, Sarah E" userId="c40d2df0-46c9-4be9-b5a6-5c158e399904" providerId="ADAL" clId="{A8FE6916-F71F-41E8-9120-B715769B51CB}" dt="2024-05-22T22:54:02.966" v="11"/>
          <ac:spMkLst>
            <pc:docMk/>
            <pc:sldMk cId="3872401123" sldId="370"/>
            <ac:spMk id="5" creationId="{22C43025-79EF-009E-D630-992C8CA68127}"/>
          </ac:spMkLst>
        </pc:spChg>
        <pc:spChg chg="mod">
          <ac:chgData name="Ogburn, Sarah E" userId="c40d2df0-46c9-4be9-b5a6-5c158e399904" providerId="ADAL" clId="{A8FE6916-F71F-41E8-9120-B715769B51CB}" dt="2024-05-22T22:54:02.966" v="11"/>
          <ac:spMkLst>
            <pc:docMk/>
            <pc:sldMk cId="3872401123" sldId="370"/>
            <ac:spMk id="6" creationId="{E5F81085-C7F1-7BF2-CFBB-FCD3A37D96B9}"/>
          </ac:spMkLst>
        </pc:spChg>
        <pc:spChg chg="mod">
          <ac:chgData name="Ogburn, Sarah E" userId="c40d2df0-46c9-4be9-b5a6-5c158e399904" providerId="ADAL" clId="{A8FE6916-F71F-41E8-9120-B715769B51CB}" dt="2024-05-22T22:54:02.966" v="11"/>
          <ac:spMkLst>
            <pc:docMk/>
            <pc:sldMk cId="3872401123" sldId="370"/>
            <ac:spMk id="7" creationId="{6D7FFD5C-AA6F-F6B4-B7A1-908C1098D3B4}"/>
          </ac:spMkLst>
        </pc:spChg>
        <pc:spChg chg="mod">
          <ac:chgData name="Ogburn, Sarah E" userId="c40d2df0-46c9-4be9-b5a6-5c158e399904" providerId="ADAL" clId="{A8FE6916-F71F-41E8-9120-B715769B51CB}" dt="2024-05-22T22:54:02.966" v="11"/>
          <ac:spMkLst>
            <pc:docMk/>
            <pc:sldMk cId="3872401123" sldId="370"/>
            <ac:spMk id="10" creationId="{2596D84A-763A-D95C-A11E-789AEFEBE041}"/>
          </ac:spMkLst>
        </pc:spChg>
        <pc:spChg chg="mod">
          <ac:chgData name="Ogburn, Sarah E" userId="c40d2df0-46c9-4be9-b5a6-5c158e399904" providerId="ADAL" clId="{A8FE6916-F71F-41E8-9120-B715769B51CB}" dt="2024-05-22T22:54:02.966" v="11"/>
          <ac:spMkLst>
            <pc:docMk/>
            <pc:sldMk cId="3872401123" sldId="370"/>
            <ac:spMk id="11" creationId="{7148C0BE-EDDB-36AD-05E7-F2E991D2B44A}"/>
          </ac:spMkLst>
        </pc:spChg>
        <pc:spChg chg="mod">
          <ac:chgData name="Ogburn, Sarah E" userId="c40d2df0-46c9-4be9-b5a6-5c158e399904" providerId="ADAL" clId="{A8FE6916-F71F-41E8-9120-B715769B51CB}" dt="2024-05-22T22:54:02.966" v="11"/>
          <ac:spMkLst>
            <pc:docMk/>
            <pc:sldMk cId="3872401123" sldId="370"/>
            <ac:spMk id="13" creationId="{96EBE4E3-70F3-D468-C2C4-C0F37679BC7C}"/>
          </ac:spMkLst>
        </pc:spChg>
        <pc:grpChg chg="mod">
          <ac:chgData name="Ogburn, Sarah E" userId="c40d2df0-46c9-4be9-b5a6-5c158e399904" providerId="ADAL" clId="{A8FE6916-F71F-41E8-9120-B715769B51CB}" dt="2024-05-22T22:54:02.966" v="11"/>
          <ac:grpSpMkLst>
            <pc:docMk/>
            <pc:sldMk cId="3872401123" sldId="370"/>
            <ac:grpSpMk id="3" creationId="{F9E2B73D-CEC3-FCF8-F985-17C5E118974E}"/>
          </ac:grpSpMkLst>
        </pc:grpChg>
        <pc:grpChg chg="mod">
          <ac:chgData name="Ogburn, Sarah E" userId="c40d2df0-46c9-4be9-b5a6-5c158e399904" providerId="ADAL" clId="{A8FE6916-F71F-41E8-9120-B715769B51CB}" dt="2024-05-22T22:54:02.966" v="11"/>
          <ac:grpSpMkLst>
            <pc:docMk/>
            <pc:sldMk cId="3872401123" sldId="370"/>
            <ac:grpSpMk id="8" creationId="{DCF2A0D4-3BCD-E65F-2D47-9402AC448E88}"/>
          </ac:grpSpMkLst>
        </pc:grpChg>
        <pc:picChg chg="mod">
          <ac:chgData name="Ogburn, Sarah E" userId="c40d2df0-46c9-4be9-b5a6-5c158e399904" providerId="ADAL" clId="{A8FE6916-F71F-41E8-9120-B715769B51CB}" dt="2024-05-22T22:54:02.966" v="11"/>
          <ac:picMkLst>
            <pc:docMk/>
            <pc:sldMk cId="3872401123" sldId="370"/>
            <ac:picMk id="2" creationId="{24365745-D672-396F-8B2D-183194F19EBD}"/>
          </ac:picMkLst>
        </pc:picChg>
        <pc:picChg chg="mod">
          <ac:chgData name="Ogburn, Sarah E" userId="c40d2df0-46c9-4be9-b5a6-5c158e399904" providerId="ADAL" clId="{A8FE6916-F71F-41E8-9120-B715769B51CB}" dt="2024-05-22T22:54:02.966" v="11"/>
          <ac:picMkLst>
            <pc:docMk/>
            <pc:sldMk cId="3872401123" sldId="370"/>
            <ac:picMk id="4" creationId="{52A03BF2-17A2-6309-869A-BA286D113D3A}"/>
          </ac:picMkLst>
        </pc:picChg>
        <pc:picChg chg="mod">
          <ac:chgData name="Ogburn, Sarah E" userId="c40d2df0-46c9-4be9-b5a6-5c158e399904" providerId="ADAL" clId="{A8FE6916-F71F-41E8-9120-B715769B51CB}" dt="2024-05-22T22:54:02.966" v="11"/>
          <ac:picMkLst>
            <pc:docMk/>
            <pc:sldMk cId="3872401123" sldId="370"/>
            <ac:picMk id="9" creationId="{31F5DCAC-2114-AB2A-2EE2-DE4323B9F9DB}"/>
          </ac:picMkLst>
        </pc:picChg>
        <pc:picChg chg="mod">
          <ac:chgData name="Ogburn, Sarah E" userId="c40d2df0-46c9-4be9-b5a6-5c158e399904" providerId="ADAL" clId="{A8FE6916-F71F-41E8-9120-B715769B51CB}" dt="2024-05-22T22:54:02.966" v="11"/>
          <ac:picMkLst>
            <pc:docMk/>
            <pc:sldMk cId="3872401123" sldId="370"/>
            <ac:picMk id="12" creationId="{E5767600-1FE7-FD35-FBD1-7D2DE1728397}"/>
          </ac:picMkLst>
        </pc:picChg>
      </pc:sldChg>
      <pc:sldChg chg="modSp del modNotes">
        <pc:chgData name="Ogburn, Sarah E" userId="c40d2df0-46c9-4be9-b5a6-5c158e399904" providerId="ADAL" clId="{A8FE6916-F71F-41E8-9120-B715769B51CB}" dt="2024-06-12T17:07:57.581" v="1151" actId="2696"/>
        <pc:sldMkLst>
          <pc:docMk/>
          <pc:sldMk cId="1991399339" sldId="371"/>
        </pc:sldMkLst>
        <pc:picChg chg="mod">
          <ac:chgData name="Ogburn, Sarah E" userId="c40d2df0-46c9-4be9-b5a6-5c158e399904" providerId="ADAL" clId="{A8FE6916-F71F-41E8-9120-B715769B51CB}" dt="2024-05-22T22:54:02.966" v="11"/>
          <ac:picMkLst>
            <pc:docMk/>
            <pc:sldMk cId="1991399339" sldId="371"/>
            <ac:picMk id="7" creationId="{38C24322-EEC3-4E05-ACB9-494DD374FCE4}"/>
          </ac:picMkLst>
        </pc:picChg>
      </pc:sldChg>
      <pc:sldChg chg="addSp delSp modSp del mod ord">
        <pc:chgData name="Ogburn, Sarah E" userId="c40d2df0-46c9-4be9-b5a6-5c158e399904" providerId="ADAL" clId="{A8FE6916-F71F-41E8-9120-B715769B51CB}" dt="2024-06-14T17:47:46.831" v="2507" actId="2696"/>
        <pc:sldMkLst>
          <pc:docMk/>
          <pc:sldMk cId="4214095808" sldId="372"/>
        </pc:sldMkLst>
        <pc:spChg chg="mod">
          <ac:chgData name="Ogburn, Sarah E" userId="c40d2df0-46c9-4be9-b5a6-5c158e399904" providerId="ADAL" clId="{A8FE6916-F71F-41E8-9120-B715769B51CB}" dt="2024-05-23T00:23:22.970" v="952" actId="403"/>
          <ac:spMkLst>
            <pc:docMk/>
            <pc:sldMk cId="4214095808" sldId="372"/>
            <ac:spMk id="4" creationId="{4F81EB68-7FF8-8242-6510-38464B2A0FD3}"/>
          </ac:spMkLst>
        </pc:spChg>
        <pc:picChg chg="del mod">
          <ac:chgData name="Ogburn, Sarah E" userId="c40d2df0-46c9-4be9-b5a6-5c158e399904" providerId="ADAL" clId="{A8FE6916-F71F-41E8-9120-B715769B51CB}" dt="2024-05-23T00:20:55.464" v="914" actId="478"/>
          <ac:picMkLst>
            <pc:docMk/>
            <pc:sldMk cId="4214095808" sldId="372"/>
            <ac:picMk id="3" creationId="{6453E8F2-3EEB-115E-1136-34DCF80D55C7}"/>
          </ac:picMkLst>
        </pc:picChg>
        <pc:picChg chg="add mod">
          <ac:chgData name="Ogburn, Sarah E" userId="c40d2df0-46c9-4be9-b5a6-5c158e399904" providerId="ADAL" clId="{A8FE6916-F71F-41E8-9120-B715769B51CB}" dt="2024-05-23T00:23:01.050" v="945" actId="14100"/>
          <ac:picMkLst>
            <pc:docMk/>
            <pc:sldMk cId="4214095808" sldId="372"/>
            <ac:picMk id="7170" creationId="{B5392785-0CF9-CAA0-870F-4AEDDA858391}"/>
          </ac:picMkLst>
        </pc:picChg>
        <pc:picChg chg="add mod">
          <ac:chgData name="Ogburn, Sarah E" userId="c40d2df0-46c9-4be9-b5a6-5c158e399904" providerId="ADAL" clId="{A8FE6916-F71F-41E8-9120-B715769B51CB}" dt="2024-05-23T00:22:38.519" v="940" actId="14100"/>
          <ac:picMkLst>
            <pc:docMk/>
            <pc:sldMk cId="4214095808" sldId="372"/>
            <ac:picMk id="7172" creationId="{BADF3E94-70FC-95AB-4F3C-F7BD5C292AFF}"/>
          </ac:picMkLst>
        </pc:picChg>
      </pc:sldChg>
      <pc:sldChg chg="addSp delSp modSp del mod">
        <pc:chgData name="Ogburn, Sarah E" userId="c40d2df0-46c9-4be9-b5a6-5c158e399904" providerId="ADAL" clId="{A8FE6916-F71F-41E8-9120-B715769B51CB}" dt="2024-06-14T17:47:46.831" v="2507" actId="2696"/>
        <pc:sldMkLst>
          <pc:docMk/>
          <pc:sldMk cId="124655010" sldId="373"/>
        </pc:sldMkLst>
        <pc:spChg chg="mod ord">
          <ac:chgData name="Ogburn, Sarah E" userId="c40d2df0-46c9-4be9-b5a6-5c158e399904" providerId="ADAL" clId="{A8FE6916-F71F-41E8-9120-B715769B51CB}" dt="2024-05-23T00:23:32.777" v="955" actId="255"/>
          <ac:spMkLst>
            <pc:docMk/>
            <pc:sldMk cId="124655010" sldId="373"/>
            <ac:spMk id="4" creationId="{577B631B-78D1-29E1-677D-BA48C8DB29F0}"/>
          </ac:spMkLst>
        </pc:spChg>
        <pc:picChg chg="del mod">
          <ac:chgData name="Ogburn, Sarah E" userId="c40d2df0-46c9-4be9-b5a6-5c158e399904" providerId="ADAL" clId="{A8FE6916-F71F-41E8-9120-B715769B51CB}" dt="2024-05-23T00:10:50.692" v="786" actId="478"/>
          <ac:picMkLst>
            <pc:docMk/>
            <pc:sldMk cId="124655010" sldId="373"/>
            <ac:picMk id="3" creationId="{9BB0E1DC-7BAF-79B5-811A-5AD164430946}"/>
          </ac:picMkLst>
        </pc:picChg>
        <pc:picChg chg="add del">
          <ac:chgData name="Ogburn, Sarah E" userId="c40d2df0-46c9-4be9-b5a6-5c158e399904" providerId="ADAL" clId="{A8FE6916-F71F-41E8-9120-B715769B51CB}" dt="2024-05-23T00:11:12.541" v="792" actId="478"/>
          <ac:picMkLst>
            <pc:docMk/>
            <pc:sldMk cId="124655010" sldId="373"/>
            <ac:picMk id="3074" creationId="{94F81748-D98B-B193-599C-83AD0430E616}"/>
          </ac:picMkLst>
        </pc:picChg>
        <pc:picChg chg="add mod">
          <ac:chgData name="Ogburn, Sarah E" userId="c40d2df0-46c9-4be9-b5a6-5c158e399904" providerId="ADAL" clId="{A8FE6916-F71F-41E8-9120-B715769B51CB}" dt="2024-05-23T00:11:22.822" v="795" actId="1076"/>
          <ac:picMkLst>
            <pc:docMk/>
            <pc:sldMk cId="124655010" sldId="373"/>
            <ac:picMk id="3076" creationId="{61CC5118-4715-27F5-3F08-E5F889C04089}"/>
          </ac:picMkLst>
        </pc:picChg>
        <pc:picChg chg="add mod">
          <ac:chgData name="Ogburn, Sarah E" userId="c40d2df0-46c9-4be9-b5a6-5c158e399904" providerId="ADAL" clId="{A8FE6916-F71F-41E8-9120-B715769B51CB}" dt="2024-05-23T00:11:57.666" v="803"/>
          <ac:picMkLst>
            <pc:docMk/>
            <pc:sldMk cId="124655010" sldId="373"/>
            <ac:picMk id="3078" creationId="{C9262464-5E6E-DA0E-E74B-B6EBA9DE1257}"/>
          </ac:picMkLst>
        </pc:picChg>
      </pc:sldChg>
      <pc:sldChg chg="del">
        <pc:chgData name="Ogburn, Sarah E" userId="c40d2df0-46c9-4be9-b5a6-5c158e399904" providerId="ADAL" clId="{A8FE6916-F71F-41E8-9120-B715769B51CB}" dt="2024-05-23T00:23:48.572" v="960" actId="2696"/>
        <pc:sldMkLst>
          <pc:docMk/>
          <pc:sldMk cId="4090454816" sldId="374"/>
        </pc:sldMkLst>
      </pc:sldChg>
      <pc:sldChg chg="addSp delSp modSp mod">
        <pc:chgData name="Ogburn, Sarah E" userId="c40d2df0-46c9-4be9-b5a6-5c158e399904" providerId="ADAL" clId="{A8FE6916-F71F-41E8-9120-B715769B51CB}" dt="2024-06-14T17:50:11.821" v="2768" actId="1076"/>
        <pc:sldMkLst>
          <pc:docMk/>
          <pc:sldMk cId="3338259565" sldId="375"/>
        </pc:sldMkLst>
        <pc:spChg chg="add mod">
          <ac:chgData name="Ogburn, Sarah E" userId="c40d2df0-46c9-4be9-b5a6-5c158e399904" providerId="ADAL" clId="{A8FE6916-F71F-41E8-9120-B715769B51CB}" dt="2024-06-12T17:08:31.785" v="1170" actId="20577"/>
          <ac:spMkLst>
            <pc:docMk/>
            <pc:sldMk cId="3338259565" sldId="375"/>
            <ac:spMk id="3" creationId="{F1617F59-5435-547A-F5C8-001953947E91}"/>
          </ac:spMkLst>
        </pc:spChg>
        <pc:spChg chg="add mod">
          <ac:chgData name="Ogburn, Sarah E" userId="c40d2df0-46c9-4be9-b5a6-5c158e399904" providerId="ADAL" clId="{A8FE6916-F71F-41E8-9120-B715769B51CB}" dt="2024-06-14T17:50:11.821" v="2768" actId="1076"/>
          <ac:spMkLst>
            <pc:docMk/>
            <pc:sldMk cId="3338259565" sldId="375"/>
            <ac:spMk id="4" creationId="{BC3A2D37-A98E-2215-3B2F-192FE6FF5FDC}"/>
          </ac:spMkLst>
        </pc:spChg>
        <pc:spChg chg="del mod">
          <ac:chgData name="Ogburn, Sarah E" userId="c40d2df0-46c9-4be9-b5a6-5c158e399904" providerId="ADAL" clId="{A8FE6916-F71F-41E8-9120-B715769B51CB}" dt="2024-05-23T00:24:26.761" v="961" actId="478"/>
          <ac:spMkLst>
            <pc:docMk/>
            <pc:sldMk cId="3338259565" sldId="375"/>
            <ac:spMk id="4" creationId="{C74615BF-7403-BF5F-83DE-3D6BC389B991}"/>
          </ac:spMkLst>
        </pc:spChg>
        <pc:spChg chg="add mod">
          <ac:chgData name="Ogburn, Sarah E" userId="c40d2df0-46c9-4be9-b5a6-5c158e399904" providerId="ADAL" clId="{A8FE6916-F71F-41E8-9120-B715769B51CB}" dt="2024-05-23T00:32:43.568" v="1141" actId="21"/>
          <ac:spMkLst>
            <pc:docMk/>
            <pc:sldMk cId="3338259565" sldId="375"/>
            <ac:spMk id="6" creationId="{B4EA8B38-FE4F-EFC6-99E7-7251216800E9}"/>
          </ac:spMkLst>
        </pc:spChg>
        <pc:spChg chg="add mod">
          <ac:chgData name="Ogburn, Sarah E" userId="c40d2df0-46c9-4be9-b5a6-5c158e399904" providerId="ADAL" clId="{A8FE6916-F71F-41E8-9120-B715769B51CB}" dt="2024-05-23T00:32:48.366" v="1143" actId="1076"/>
          <ac:spMkLst>
            <pc:docMk/>
            <pc:sldMk cId="3338259565" sldId="375"/>
            <ac:spMk id="10" creationId="{DD09BE78-9BD8-198C-715C-6C9276E25B7F}"/>
          </ac:spMkLst>
        </pc:spChg>
        <pc:spChg chg="add mod">
          <ac:chgData name="Ogburn, Sarah E" userId="c40d2df0-46c9-4be9-b5a6-5c158e399904" providerId="ADAL" clId="{A8FE6916-F71F-41E8-9120-B715769B51CB}" dt="2024-05-23T00:33:04.137" v="1147" actId="1582"/>
          <ac:spMkLst>
            <pc:docMk/>
            <pc:sldMk cId="3338259565" sldId="375"/>
            <ac:spMk id="11" creationId="{3DF84ECE-CC5E-B73B-4DC3-6AB0731FB103}"/>
          </ac:spMkLst>
        </pc:spChg>
        <pc:picChg chg="add del mod">
          <ac:chgData name="Ogburn, Sarah E" userId="c40d2df0-46c9-4be9-b5a6-5c158e399904" providerId="ADAL" clId="{A8FE6916-F71F-41E8-9120-B715769B51CB}" dt="2024-06-14T17:49:02" v="2603" actId="478"/>
          <ac:picMkLst>
            <pc:docMk/>
            <pc:sldMk cId="3338259565" sldId="375"/>
            <ac:picMk id="2" creationId="{8E81E009-62A0-C729-CCF0-C6FDF53F1D3B}"/>
          </ac:picMkLst>
        </pc:picChg>
        <pc:picChg chg="add mod">
          <ac:chgData name="Ogburn, Sarah E" userId="c40d2df0-46c9-4be9-b5a6-5c158e399904" providerId="ADAL" clId="{A8FE6916-F71F-41E8-9120-B715769B51CB}" dt="2024-05-23T00:32:41.181" v="1140" actId="14100"/>
          <ac:picMkLst>
            <pc:docMk/>
            <pc:sldMk cId="3338259565" sldId="375"/>
            <ac:picMk id="8" creationId="{2BDF1DD1-39F5-174D-47CC-F1E651624CC9}"/>
          </ac:picMkLst>
        </pc:picChg>
        <pc:picChg chg="add mod">
          <ac:chgData name="Ogburn, Sarah E" userId="c40d2df0-46c9-4be9-b5a6-5c158e399904" providerId="ADAL" clId="{A8FE6916-F71F-41E8-9120-B715769B51CB}" dt="2024-05-23T00:29:30.591" v="1103" actId="171"/>
          <ac:picMkLst>
            <pc:docMk/>
            <pc:sldMk cId="3338259565" sldId="375"/>
            <ac:picMk id="8194" creationId="{9B3C4FF3-8EE1-AB94-CEEE-1BAC543C8276}"/>
          </ac:picMkLst>
        </pc:picChg>
      </pc:sldChg>
      <pc:sldChg chg="addSp delSp modSp mod">
        <pc:chgData name="Ogburn, Sarah E" userId="c40d2df0-46c9-4be9-b5a6-5c158e399904" providerId="ADAL" clId="{A8FE6916-F71F-41E8-9120-B715769B51CB}" dt="2024-06-13T17:49:05.379" v="1563" actId="478"/>
        <pc:sldMkLst>
          <pc:docMk/>
          <pc:sldMk cId="2121683874" sldId="376"/>
        </pc:sldMkLst>
        <pc:spChg chg="add del mod">
          <ac:chgData name="Ogburn, Sarah E" userId="c40d2df0-46c9-4be9-b5a6-5c158e399904" providerId="ADAL" clId="{A8FE6916-F71F-41E8-9120-B715769B51CB}" dt="2024-06-13T17:49:00.582" v="1560" actId="478"/>
          <ac:spMkLst>
            <pc:docMk/>
            <pc:sldMk cId="2121683874" sldId="376"/>
            <ac:spMk id="2" creationId="{C2FA078D-DC6D-3FDD-54F3-CA4E6F1CC13E}"/>
          </ac:spMkLst>
        </pc:spChg>
        <pc:spChg chg="add mod">
          <ac:chgData name="Ogburn, Sarah E" userId="c40d2df0-46c9-4be9-b5a6-5c158e399904" providerId="ADAL" clId="{A8FE6916-F71F-41E8-9120-B715769B51CB}" dt="2024-06-13T17:49:01.125" v="1561"/>
          <ac:spMkLst>
            <pc:docMk/>
            <pc:sldMk cId="2121683874" sldId="376"/>
            <ac:spMk id="3" creationId="{89C45CFF-216F-B185-7F0A-193EC108F2B0}"/>
          </ac:spMkLst>
        </pc:spChg>
        <pc:spChg chg="del mod">
          <ac:chgData name="Ogburn, Sarah E" userId="c40d2df0-46c9-4be9-b5a6-5c158e399904" providerId="ADAL" clId="{A8FE6916-F71F-41E8-9120-B715769B51CB}" dt="2024-06-13T17:49:04.509" v="1562" actId="478"/>
          <ac:spMkLst>
            <pc:docMk/>
            <pc:sldMk cId="2121683874" sldId="376"/>
            <ac:spMk id="5" creationId="{706BC6BC-8C72-A0CF-9F2D-FA20226F2F38}"/>
          </ac:spMkLst>
        </pc:spChg>
        <pc:spChg chg="mod">
          <ac:chgData name="Ogburn, Sarah E" userId="c40d2df0-46c9-4be9-b5a6-5c158e399904" providerId="ADAL" clId="{A8FE6916-F71F-41E8-9120-B715769B51CB}" dt="2024-05-22T22:54:02.966" v="11"/>
          <ac:spMkLst>
            <pc:docMk/>
            <pc:sldMk cId="2121683874" sldId="376"/>
            <ac:spMk id="7" creationId="{26DE9661-50E9-CCBB-52C5-D450677C1868}"/>
          </ac:spMkLst>
        </pc:spChg>
        <pc:spChg chg="mod">
          <ac:chgData name="Ogburn, Sarah E" userId="c40d2df0-46c9-4be9-b5a6-5c158e399904" providerId="ADAL" clId="{A8FE6916-F71F-41E8-9120-B715769B51CB}" dt="2024-05-22T22:54:02.966" v="11"/>
          <ac:spMkLst>
            <pc:docMk/>
            <pc:sldMk cId="2121683874" sldId="376"/>
            <ac:spMk id="9" creationId="{5981609E-2C32-6771-4C5D-CEAB03DEC879}"/>
          </ac:spMkLst>
        </pc:spChg>
        <pc:spChg chg="mod">
          <ac:chgData name="Ogburn, Sarah E" userId="c40d2df0-46c9-4be9-b5a6-5c158e399904" providerId="ADAL" clId="{A8FE6916-F71F-41E8-9120-B715769B51CB}" dt="2024-05-22T22:54:02.966" v="11"/>
          <ac:spMkLst>
            <pc:docMk/>
            <pc:sldMk cId="2121683874" sldId="376"/>
            <ac:spMk id="10" creationId="{000E8172-7A39-6AB9-D686-A7758473232E}"/>
          </ac:spMkLst>
        </pc:spChg>
        <pc:spChg chg="del mod">
          <ac:chgData name="Ogburn, Sarah E" userId="c40d2df0-46c9-4be9-b5a6-5c158e399904" providerId="ADAL" clId="{A8FE6916-F71F-41E8-9120-B715769B51CB}" dt="2024-06-13T17:48:08.907" v="1514" actId="478"/>
          <ac:spMkLst>
            <pc:docMk/>
            <pc:sldMk cId="2121683874" sldId="376"/>
            <ac:spMk id="11" creationId="{3BBC58AC-4FD9-4862-B532-FBC14AD35DE1}"/>
          </ac:spMkLst>
        </pc:spChg>
        <pc:grpChg chg="del mod">
          <ac:chgData name="Ogburn, Sarah E" userId="c40d2df0-46c9-4be9-b5a6-5c158e399904" providerId="ADAL" clId="{A8FE6916-F71F-41E8-9120-B715769B51CB}" dt="2024-06-13T17:49:05.379" v="1563" actId="478"/>
          <ac:grpSpMkLst>
            <pc:docMk/>
            <pc:sldMk cId="2121683874" sldId="376"/>
            <ac:grpSpMk id="6" creationId="{C2938A89-F4EA-CC8C-E69C-2C3E2EEDBCD5}"/>
          </ac:grpSpMkLst>
        </pc:grpChg>
        <pc:grpChg chg="mod">
          <ac:chgData name="Ogburn, Sarah E" userId="c40d2df0-46c9-4be9-b5a6-5c158e399904" providerId="ADAL" clId="{A8FE6916-F71F-41E8-9120-B715769B51CB}" dt="2024-05-22T22:54:02.966" v="11"/>
          <ac:grpSpMkLst>
            <pc:docMk/>
            <pc:sldMk cId="2121683874" sldId="376"/>
            <ac:grpSpMk id="8" creationId="{BBEEABA4-AB30-D033-DFF3-2BE590C624BB}"/>
          </ac:grpSpMkLst>
        </pc:grpChg>
        <pc:picChg chg="mod">
          <ac:chgData name="Ogburn, Sarah E" userId="c40d2df0-46c9-4be9-b5a6-5c158e399904" providerId="ADAL" clId="{A8FE6916-F71F-41E8-9120-B715769B51CB}" dt="2024-06-13T17:48:06.128" v="1513" actId="732"/>
          <ac:picMkLst>
            <pc:docMk/>
            <pc:sldMk cId="2121683874" sldId="376"/>
            <ac:picMk id="4" creationId="{275CED0C-E1A7-1E41-4816-6415B82470C6}"/>
          </ac:picMkLst>
        </pc:picChg>
      </pc:sldChg>
      <pc:sldChg chg="addSp delSp modSp mod ord modAnim">
        <pc:chgData name="Ogburn, Sarah E" userId="c40d2df0-46c9-4be9-b5a6-5c158e399904" providerId="ADAL" clId="{A8FE6916-F71F-41E8-9120-B715769B51CB}" dt="2024-06-14T20:09:05.088" v="2831"/>
        <pc:sldMkLst>
          <pc:docMk/>
          <pc:sldMk cId="2364340807" sldId="377"/>
        </pc:sldMkLst>
        <pc:spChg chg="mod">
          <ac:chgData name="Ogburn, Sarah E" userId="c40d2df0-46c9-4be9-b5a6-5c158e399904" providerId="ADAL" clId="{A8FE6916-F71F-41E8-9120-B715769B51CB}" dt="2024-06-14T20:09:05.088" v="2831"/>
          <ac:spMkLst>
            <pc:docMk/>
            <pc:sldMk cId="2364340807" sldId="377"/>
            <ac:spMk id="3" creationId="{9AC12EDE-979C-408A-50D7-54F3F93E85CA}"/>
          </ac:spMkLst>
        </pc:spChg>
        <pc:spChg chg="mod">
          <ac:chgData name="Ogburn, Sarah E" userId="c40d2df0-46c9-4be9-b5a6-5c158e399904" providerId="ADAL" clId="{A8FE6916-F71F-41E8-9120-B715769B51CB}" dt="2024-05-22T22:54:02.966" v="11"/>
          <ac:spMkLst>
            <pc:docMk/>
            <pc:sldMk cId="2364340807" sldId="377"/>
            <ac:spMk id="5" creationId="{D5FDE485-7668-979C-6547-B8434C2015B6}"/>
          </ac:spMkLst>
        </pc:spChg>
        <pc:spChg chg="mod">
          <ac:chgData name="Ogburn, Sarah E" userId="c40d2df0-46c9-4be9-b5a6-5c158e399904" providerId="ADAL" clId="{A8FE6916-F71F-41E8-9120-B715769B51CB}" dt="2024-05-22T22:54:02.966" v="11"/>
          <ac:spMkLst>
            <pc:docMk/>
            <pc:sldMk cId="2364340807" sldId="377"/>
            <ac:spMk id="6" creationId="{2DED3423-2664-469F-5FFE-5712AAEF1FD6}"/>
          </ac:spMkLst>
        </pc:spChg>
        <pc:spChg chg="mod">
          <ac:chgData name="Ogburn, Sarah E" userId="c40d2df0-46c9-4be9-b5a6-5c158e399904" providerId="ADAL" clId="{A8FE6916-F71F-41E8-9120-B715769B51CB}" dt="2024-05-22T22:54:02.966" v="11"/>
          <ac:spMkLst>
            <pc:docMk/>
            <pc:sldMk cId="2364340807" sldId="377"/>
            <ac:spMk id="7" creationId="{8EF45186-66CD-2FFE-20EA-EBA83A9EC1B7}"/>
          </ac:spMkLst>
        </pc:spChg>
        <pc:spChg chg="mod">
          <ac:chgData name="Ogburn, Sarah E" userId="c40d2df0-46c9-4be9-b5a6-5c158e399904" providerId="ADAL" clId="{A8FE6916-F71F-41E8-9120-B715769B51CB}" dt="2024-05-22T22:54:02.966" v="11"/>
          <ac:spMkLst>
            <pc:docMk/>
            <pc:sldMk cId="2364340807" sldId="377"/>
            <ac:spMk id="8" creationId="{1D40FB30-095E-4FCD-ED9C-B3340CF38B30}"/>
          </ac:spMkLst>
        </pc:spChg>
        <pc:spChg chg="mod">
          <ac:chgData name="Ogburn, Sarah E" userId="c40d2df0-46c9-4be9-b5a6-5c158e399904" providerId="ADAL" clId="{A8FE6916-F71F-41E8-9120-B715769B51CB}" dt="2024-05-22T22:54:02.966" v="11"/>
          <ac:spMkLst>
            <pc:docMk/>
            <pc:sldMk cId="2364340807" sldId="377"/>
            <ac:spMk id="9" creationId="{65D7D0DB-6B60-3634-0B8C-3EA4E1CA8765}"/>
          </ac:spMkLst>
        </pc:spChg>
        <pc:spChg chg="mod">
          <ac:chgData name="Ogburn, Sarah E" userId="c40d2df0-46c9-4be9-b5a6-5c158e399904" providerId="ADAL" clId="{A8FE6916-F71F-41E8-9120-B715769B51CB}" dt="2024-06-14T20:09:03.952" v="2830" actId="1076"/>
          <ac:spMkLst>
            <pc:docMk/>
            <pc:sldMk cId="2364340807" sldId="377"/>
            <ac:spMk id="10" creationId="{03A24193-FC0F-EBA8-E8BF-0B3EF6E35637}"/>
          </ac:spMkLst>
        </pc:spChg>
        <pc:spChg chg="mod">
          <ac:chgData name="Ogburn, Sarah E" userId="c40d2df0-46c9-4be9-b5a6-5c158e399904" providerId="ADAL" clId="{A8FE6916-F71F-41E8-9120-B715769B51CB}" dt="2024-06-14T20:09:03.952" v="2830" actId="1076"/>
          <ac:spMkLst>
            <pc:docMk/>
            <pc:sldMk cId="2364340807" sldId="377"/>
            <ac:spMk id="12" creationId="{AC52D850-084A-CCCA-CD3E-8D6821EF91DD}"/>
          </ac:spMkLst>
        </pc:spChg>
        <pc:spChg chg="mod">
          <ac:chgData name="Ogburn, Sarah E" userId="c40d2df0-46c9-4be9-b5a6-5c158e399904" providerId="ADAL" clId="{A8FE6916-F71F-41E8-9120-B715769B51CB}" dt="2024-06-14T20:09:03.952" v="2830" actId="1076"/>
          <ac:spMkLst>
            <pc:docMk/>
            <pc:sldMk cId="2364340807" sldId="377"/>
            <ac:spMk id="14" creationId="{A8647958-8D96-55B4-4111-A38168C3BA8B}"/>
          </ac:spMkLst>
        </pc:spChg>
        <pc:spChg chg="mod">
          <ac:chgData name="Ogburn, Sarah E" userId="c40d2df0-46c9-4be9-b5a6-5c158e399904" providerId="ADAL" clId="{A8FE6916-F71F-41E8-9120-B715769B51CB}" dt="2024-06-14T20:09:03.952" v="2830" actId="1076"/>
          <ac:spMkLst>
            <pc:docMk/>
            <pc:sldMk cId="2364340807" sldId="377"/>
            <ac:spMk id="15" creationId="{B1EF1522-335E-67FB-9FB6-6F08079D4A16}"/>
          </ac:spMkLst>
        </pc:spChg>
        <pc:spChg chg="del mod">
          <ac:chgData name="Ogburn, Sarah E" userId="c40d2df0-46c9-4be9-b5a6-5c158e399904" providerId="ADAL" clId="{A8FE6916-F71F-41E8-9120-B715769B51CB}" dt="2024-06-13T18:38:37.660" v="2476" actId="478"/>
          <ac:spMkLst>
            <pc:docMk/>
            <pc:sldMk cId="2364340807" sldId="377"/>
            <ac:spMk id="16" creationId="{25068CFF-1C7F-9A6E-A41D-4EED31A03404}"/>
          </ac:spMkLst>
        </pc:spChg>
        <pc:grpChg chg="add mod">
          <ac:chgData name="Ogburn, Sarah E" userId="c40d2df0-46c9-4be9-b5a6-5c158e399904" providerId="ADAL" clId="{A8FE6916-F71F-41E8-9120-B715769B51CB}" dt="2024-06-14T20:09:05.088" v="2831"/>
          <ac:grpSpMkLst>
            <pc:docMk/>
            <pc:sldMk cId="2364340807" sldId="377"/>
            <ac:grpSpMk id="2" creationId="{A0AF8230-A558-A8FE-1885-9519F4576F0B}"/>
          </ac:grpSpMkLst>
        </pc:grpChg>
        <pc:grpChg chg="mod">
          <ac:chgData name="Ogburn, Sarah E" userId="c40d2df0-46c9-4be9-b5a6-5c158e399904" providerId="ADAL" clId="{A8FE6916-F71F-41E8-9120-B715769B51CB}" dt="2024-06-14T20:09:03.952" v="2830" actId="1076"/>
          <ac:grpSpMkLst>
            <pc:docMk/>
            <pc:sldMk cId="2364340807" sldId="377"/>
            <ac:grpSpMk id="11" creationId="{8223ABF2-2B6F-5387-5325-85029ECD54F9}"/>
          </ac:grpSpMkLst>
        </pc:grpChg>
        <pc:grpChg chg="mod">
          <ac:chgData name="Ogburn, Sarah E" userId="c40d2df0-46c9-4be9-b5a6-5c158e399904" providerId="ADAL" clId="{A8FE6916-F71F-41E8-9120-B715769B51CB}" dt="2024-06-14T20:09:03.952" v="2830" actId="1076"/>
          <ac:grpSpMkLst>
            <pc:docMk/>
            <pc:sldMk cId="2364340807" sldId="377"/>
            <ac:grpSpMk id="13" creationId="{357A4A04-A434-B835-444D-DC3254303294}"/>
          </ac:grpSpMkLst>
        </pc:grpChg>
        <pc:grpChg chg="mod">
          <ac:chgData name="Ogburn, Sarah E" userId="c40d2df0-46c9-4be9-b5a6-5c158e399904" providerId="ADAL" clId="{A8FE6916-F71F-41E8-9120-B715769B51CB}" dt="2024-06-14T20:09:05.088" v="2831"/>
          <ac:grpSpMkLst>
            <pc:docMk/>
            <pc:sldMk cId="2364340807" sldId="377"/>
            <ac:grpSpMk id="17" creationId="{22B6FD27-07E6-E158-AA07-6E05694C0DFB}"/>
          </ac:grpSpMkLst>
        </pc:grpChg>
        <pc:graphicFrameChg chg="mod modGraphic">
          <ac:chgData name="Ogburn, Sarah E" userId="c40d2df0-46c9-4be9-b5a6-5c158e399904" providerId="ADAL" clId="{A8FE6916-F71F-41E8-9120-B715769B51CB}" dt="2024-06-13T18:39:32.739" v="2506" actId="122"/>
          <ac:graphicFrameMkLst>
            <pc:docMk/>
            <pc:sldMk cId="2364340807" sldId="377"/>
            <ac:graphicFrameMk id="4" creationId="{12E2DF66-F3A0-A607-937E-30F9668C9A6F}"/>
          </ac:graphicFrameMkLst>
        </pc:graphicFrameChg>
        <pc:picChg chg="mod">
          <ac:chgData name="Ogburn, Sarah E" userId="c40d2df0-46c9-4be9-b5a6-5c158e399904" providerId="ADAL" clId="{A8FE6916-F71F-41E8-9120-B715769B51CB}" dt="2024-06-14T20:09:05.088" v="2831"/>
          <ac:picMkLst>
            <pc:docMk/>
            <pc:sldMk cId="2364340807" sldId="377"/>
            <ac:picMk id="18" creationId="{F74F7077-57EA-22A2-034D-17089DB6C59F}"/>
          </ac:picMkLst>
        </pc:picChg>
        <pc:picChg chg="mod">
          <ac:chgData name="Ogburn, Sarah E" userId="c40d2df0-46c9-4be9-b5a6-5c158e399904" providerId="ADAL" clId="{A8FE6916-F71F-41E8-9120-B715769B51CB}" dt="2024-06-14T20:09:05.088" v="2831"/>
          <ac:picMkLst>
            <pc:docMk/>
            <pc:sldMk cId="2364340807" sldId="377"/>
            <ac:picMk id="19" creationId="{2B93EC7F-93B3-014B-73FB-B84907956BD4}"/>
          </ac:picMkLst>
        </pc:picChg>
        <pc:picChg chg="mod">
          <ac:chgData name="Ogburn, Sarah E" userId="c40d2df0-46c9-4be9-b5a6-5c158e399904" providerId="ADAL" clId="{A8FE6916-F71F-41E8-9120-B715769B51CB}" dt="2024-06-14T20:09:05.088" v="2831"/>
          <ac:picMkLst>
            <pc:docMk/>
            <pc:sldMk cId="2364340807" sldId="377"/>
            <ac:picMk id="20" creationId="{F00C364C-D3D4-4B9B-AFB1-0EC0F33AC4B4}"/>
          </ac:picMkLst>
        </pc:picChg>
        <pc:picChg chg="mod">
          <ac:chgData name="Ogburn, Sarah E" userId="c40d2df0-46c9-4be9-b5a6-5c158e399904" providerId="ADAL" clId="{A8FE6916-F71F-41E8-9120-B715769B51CB}" dt="2024-05-22T22:54:02.966" v="11"/>
          <ac:picMkLst>
            <pc:docMk/>
            <pc:sldMk cId="2364340807" sldId="377"/>
            <ac:picMk id="1026" creationId="{9194AACB-BECF-44C2-18D7-A354BA3FA2EE}"/>
          </ac:picMkLst>
        </pc:picChg>
      </pc:sldChg>
      <pc:sldChg chg="addSp delSp modSp mod">
        <pc:chgData name="Ogburn, Sarah E" userId="c40d2df0-46c9-4be9-b5a6-5c158e399904" providerId="ADAL" clId="{A8FE6916-F71F-41E8-9120-B715769B51CB}" dt="2024-06-13T17:49:11.293" v="1564" actId="478"/>
        <pc:sldMkLst>
          <pc:docMk/>
          <pc:sldMk cId="3671956923" sldId="378"/>
        </pc:sldMkLst>
        <pc:spChg chg="add mod">
          <ac:chgData name="Ogburn, Sarah E" userId="c40d2df0-46c9-4be9-b5a6-5c158e399904" providerId="ADAL" clId="{A8FE6916-F71F-41E8-9120-B715769B51CB}" dt="2024-06-13T17:46:28.793" v="1450" actId="1076"/>
          <ac:spMkLst>
            <pc:docMk/>
            <pc:sldMk cId="3671956923" sldId="378"/>
            <ac:spMk id="2" creationId="{3052EB64-2FE6-B1C0-FDF1-976DC4F72B6B}"/>
          </ac:spMkLst>
        </pc:spChg>
        <pc:spChg chg="add mod">
          <ac:chgData name="Ogburn, Sarah E" userId="c40d2df0-46c9-4be9-b5a6-5c158e399904" providerId="ADAL" clId="{A8FE6916-F71F-41E8-9120-B715769B51CB}" dt="2024-06-13T17:47:05.704" v="1475" actId="1076"/>
          <ac:spMkLst>
            <pc:docMk/>
            <pc:sldMk cId="3671956923" sldId="378"/>
            <ac:spMk id="3" creationId="{B700BD93-0B74-E241-B82C-DF871965A517}"/>
          </ac:spMkLst>
        </pc:spChg>
        <pc:spChg chg="del mod">
          <ac:chgData name="Ogburn, Sarah E" userId="c40d2df0-46c9-4be9-b5a6-5c158e399904" providerId="ADAL" clId="{A8FE6916-F71F-41E8-9120-B715769B51CB}" dt="2024-06-13T17:49:11.293" v="1564" actId="478"/>
          <ac:spMkLst>
            <pc:docMk/>
            <pc:sldMk cId="3671956923" sldId="378"/>
            <ac:spMk id="5" creationId="{706BC6BC-8C72-A0CF-9F2D-FA20226F2F38}"/>
          </ac:spMkLst>
        </pc:spChg>
        <pc:spChg chg="mod">
          <ac:chgData name="Ogburn, Sarah E" userId="c40d2df0-46c9-4be9-b5a6-5c158e399904" providerId="ADAL" clId="{A8FE6916-F71F-41E8-9120-B715769B51CB}" dt="2024-05-22T22:54:02.966" v="11"/>
          <ac:spMkLst>
            <pc:docMk/>
            <pc:sldMk cId="3671956923" sldId="378"/>
            <ac:spMk id="7" creationId="{26DE9661-50E9-CCBB-52C5-D450677C1868}"/>
          </ac:spMkLst>
        </pc:spChg>
        <pc:spChg chg="mod">
          <ac:chgData name="Ogburn, Sarah E" userId="c40d2df0-46c9-4be9-b5a6-5c158e399904" providerId="ADAL" clId="{A8FE6916-F71F-41E8-9120-B715769B51CB}" dt="2024-05-22T22:54:02.966" v="11"/>
          <ac:spMkLst>
            <pc:docMk/>
            <pc:sldMk cId="3671956923" sldId="378"/>
            <ac:spMk id="9" creationId="{5981609E-2C32-6771-4C5D-CEAB03DEC879}"/>
          </ac:spMkLst>
        </pc:spChg>
        <pc:spChg chg="mod">
          <ac:chgData name="Ogburn, Sarah E" userId="c40d2df0-46c9-4be9-b5a6-5c158e399904" providerId="ADAL" clId="{A8FE6916-F71F-41E8-9120-B715769B51CB}" dt="2024-05-22T22:54:02.966" v="11"/>
          <ac:spMkLst>
            <pc:docMk/>
            <pc:sldMk cId="3671956923" sldId="378"/>
            <ac:spMk id="10" creationId="{000E8172-7A39-6AB9-D686-A7758473232E}"/>
          </ac:spMkLst>
        </pc:spChg>
        <pc:spChg chg="del mod">
          <ac:chgData name="Ogburn, Sarah E" userId="c40d2df0-46c9-4be9-b5a6-5c158e399904" providerId="ADAL" clId="{A8FE6916-F71F-41E8-9120-B715769B51CB}" dt="2024-06-13T17:47:19.199" v="1477" actId="478"/>
          <ac:spMkLst>
            <pc:docMk/>
            <pc:sldMk cId="3671956923" sldId="378"/>
            <ac:spMk id="11" creationId="{3BBC58AC-4FD9-4862-B532-FBC14AD35DE1}"/>
          </ac:spMkLst>
        </pc:spChg>
        <pc:spChg chg="add mod">
          <ac:chgData name="Ogburn, Sarah E" userId="c40d2df0-46c9-4be9-b5a6-5c158e399904" providerId="ADAL" clId="{A8FE6916-F71F-41E8-9120-B715769B51CB}" dt="2024-06-13T17:46:44.956" v="1458" actId="20577"/>
          <ac:spMkLst>
            <pc:docMk/>
            <pc:sldMk cId="3671956923" sldId="378"/>
            <ac:spMk id="12" creationId="{9619EB39-BA5D-E9CB-98D1-31C87CD62579}"/>
          </ac:spMkLst>
        </pc:spChg>
        <pc:spChg chg="add mod">
          <ac:chgData name="Ogburn, Sarah E" userId="c40d2df0-46c9-4be9-b5a6-5c158e399904" providerId="ADAL" clId="{A8FE6916-F71F-41E8-9120-B715769B51CB}" dt="2024-06-13T17:47:55.315" v="1512" actId="1076"/>
          <ac:spMkLst>
            <pc:docMk/>
            <pc:sldMk cId="3671956923" sldId="378"/>
            <ac:spMk id="13" creationId="{5E95B08F-8D2F-E931-4F04-197FF5AB5789}"/>
          </ac:spMkLst>
        </pc:spChg>
        <pc:grpChg chg="del mod">
          <ac:chgData name="Ogburn, Sarah E" userId="c40d2df0-46c9-4be9-b5a6-5c158e399904" providerId="ADAL" clId="{A8FE6916-F71F-41E8-9120-B715769B51CB}" dt="2024-06-13T17:49:11.293" v="1564" actId="478"/>
          <ac:grpSpMkLst>
            <pc:docMk/>
            <pc:sldMk cId="3671956923" sldId="378"/>
            <ac:grpSpMk id="6" creationId="{C2938A89-F4EA-CC8C-E69C-2C3E2EEDBCD5}"/>
          </ac:grpSpMkLst>
        </pc:grpChg>
        <pc:grpChg chg="mod">
          <ac:chgData name="Ogburn, Sarah E" userId="c40d2df0-46c9-4be9-b5a6-5c158e399904" providerId="ADAL" clId="{A8FE6916-F71F-41E8-9120-B715769B51CB}" dt="2024-05-22T22:54:02.966" v="11"/>
          <ac:grpSpMkLst>
            <pc:docMk/>
            <pc:sldMk cId="3671956923" sldId="378"/>
            <ac:grpSpMk id="8" creationId="{BBEEABA4-AB30-D033-DFF3-2BE590C624BB}"/>
          </ac:grpSpMkLst>
        </pc:grpChg>
        <pc:picChg chg="mod">
          <ac:chgData name="Ogburn, Sarah E" userId="c40d2df0-46c9-4be9-b5a6-5c158e399904" providerId="ADAL" clId="{A8FE6916-F71F-41E8-9120-B715769B51CB}" dt="2024-06-13T17:47:23.367" v="1478" actId="732"/>
          <ac:picMkLst>
            <pc:docMk/>
            <pc:sldMk cId="3671956923" sldId="378"/>
            <ac:picMk id="4" creationId="{275CED0C-E1A7-1E41-4816-6415B82470C6}"/>
          </ac:picMkLst>
        </pc:picChg>
      </pc:sldChg>
      <pc:sldChg chg="addSp delSp modSp add mod">
        <pc:chgData name="Ogburn, Sarah E" userId="c40d2df0-46c9-4be9-b5a6-5c158e399904" providerId="ADAL" clId="{A8FE6916-F71F-41E8-9120-B715769B51CB}" dt="2024-06-14T20:08:21.801" v="2817"/>
        <pc:sldMkLst>
          <pc:docMk/>
          <pc:sldMk cId="656611688" sldId="379"/>
        </pc:sldMkLst>
        <pc:spChg chg="add mod">
          <ac:chgData name="Ogburn, Sarah E" userId="c40d2df0-46c9-4be9-b5a6-5c158e399904" providerId="ADAL" clId="{A8FE6916-F71F-41E8-9120-B715769B51CB}" dt="2024-06-13T18:31:19.121" v="2437" actId="14100"/>
          <ac:spMkLst>
            <pc:docMk/>
            <pc:sldMk cId="656611688" sldId="379"/>
            <ac:spMk id="3" creationId="{00B2E841-E447-DE37-2A8F-A33D2D7DE2A5}"/>
          </ac:spMkLst>
        </pc:spChg>
        <pc:spChg chg="mod">
          <ac:chgData name="Ogburn, Sarah E" userId="c40d2df0-46c9-4be9-b5a6-5c158e399904" providerId="ADAL" clId="{A8FE6916-F71F-41E8-9120-B715769B51CB}" dt="2024-06-13T18:35:37.835" v="2460" actId="207"/>
          <ac:spMkLst>
            <pc:docMk/>
            <pc:sldMk cId="656611688" sldId="379"/>
            <ac:spMk id="8" creationId="{73DA4ACE-C5F0-2E52-5AE0-8AE9A68CD50D}"/>
          </ac:spMkLst>
        </pc:spChg>
        <pc:spChg chg="mod">
          <ac:chgData name="Ogburn, Sarah E" userId="c40d2df0-46c9-4be9-b5a6-5c158e399904" providerId="ADAL" clId="{A8FE6916-F71F-41E8-9120-B715769B51CB}" dt="2024-06-13T18:35:37.835" v="2460" actId="207"/>
          <ac:spMkLst>
            <pc:docMk/>
            <pc:sldMk cId="656611688" sldId="379"/>
            <ac:spMk id="10" creationId="{F01CCE78-4163-C1AB-68BC-6F814F42E649}"/>
          </ac:spMkLst>
        </pc:spChg>
        <pc:spChg chg="mod">
          <ac:chgData name="Ogburn, Sarah E" userId="c40d2df0-46c9-4be9-b5a6-5c158e399904" providerId="ADAL" clId="{A8FE6916-F71F-41E8-9120-B715769B51CB}" dt="2024-06-13T18:35:37.835" v="2460" actId="207"/>
          <ac:spMkLst>
            <pc:docMk/>
            <pc:sldMk cId="656611688" sldId="379"/>
            <ac:spMk id="14" creationId="{438C06C3-2AC7-7A59-CC1C-FAC92C774F6B}"/>
          </ac:spMkLst>
        </pc:spChg>
        <pc:spChg chg="mod">
          <ac:chgData name="Ogburn, Sarah E" userId="c40d2df0-46c9-4be9-b5a6-5c158e399904" providerId="ADAL" clId="{A8FE6916-F71F-41E8-9120-B715769B51CB}" dt="2024-06-13T18:30:34.302" v="2430" actId="1076"/>
          <ac:spMkLst>
            <pc:docMk/>
            <pc:sldMk cId="656611688" sldId="379"/>
            <ac:spMk id="16" creationId="{14CCE719-4EC0-CBDD-D718-288235204A17}"/>
          </ac:spMkLst>
        </pc:spChg>
        <pc:spChg chg="add mod">
          <ac:chgData name="Ogburn, Sarah E" userId="c40d2df0-46c9-4be9-b5a6-5c158e399904" providerId="ADAL" clId="{A8FE6916-F71F-41E8-9120-B715769B51CB}" dt="2024-06-13T18:35:48.008" v="2464" actId="1076"/>
          <ac:spMkLst>
            <pc:docMk/>
            <pc:sldMk cId="656611688" sldId="379"/>
            <ac:spMk id="19" creationId="{45A7019F-B43C-6EA2-2E74-9B51775B4612}"/>
          </ac:spMkLst>
        </pc:spChg>
        <pc:spChg chg="mod">
          <ac:chgData name="Ogburn, Sarah E" userId="c40d2df0-46c9-4be9-b5a6-5c158e399904" providerId="ADAL" clId="{A8FE6916-F71F-41E8-9120-B715769B51CB}" dt="2024-06-14T20:08:21.801" v="2817"/>
          <ac:spMkLst>
            <pc:docMk/>
            <pc:sldMk cId="656611688" sldId="379"/>
            <ac:spMk id="23" creationId="{A95D8898-19EF-BD8D-5E83-902577A571F4}"/>
          </ac:spMkLst>
        </pc:spChg>
        <pc:grpChg chg="add mod">
          <ac:chgData name="Ogburn, Sarah E" userId="c40d2df0-46c9-4be9-b5a6-5c158e399904" providerId="ADAL" clId="{A8FE6916-F71F-41E8-9120-B715769B51CB}" dt="2024-06-14T20:08:21.801" v="2817"/>
          <ac:grpSpMkLst>
            <pc:docMk/>
            <pc:sldMk cId="656611688" sldId="379"/>
            <ac:grpSpMk id="22" creationId="{38A512AB-D8D2-900A-D180-9BF2551115AD}"/>
          </ac:grpSpMkLst>
        </pc:grpChg>
        <pc:grpChg chg="mod">
          <ac:chgData name="Ogburn, Sarah E" userId="c40d2df0-46c9-4be9-b5a6-5c158e399904" providerId="ADAL" clId="{A8FE6916-F71F-41E8-9120-B715769B51CB}" dt="2024-06-14T20:08:21.801" v="2817"/>
          <ac:grpSpMkLst>
            <pc:docMk/>
            <pc:sldMk cId="656611688" sldId="379"/>
            <ac:grpSpMk id="24" creationId="{D299B19B-5555-FE3B-A1CD-6957C6020182}"/>
          </ac:grpSpMkLst>
        </pc:grpChg>
        <pc:picChg chg="add mod">
          <ac:chgData name="Ogburn, Sarah E" userId="c40d2df0-46c9-4be9-b5a6-5c158e399904" providerId="ADAL" clId="{A8FE6916-F71F-41E8-9120-B715769B51CB}" dt="2024-06-13T18:32:00.492" v="2443" actId="1076"/>
          <ac:picMkLst>
            <pc:docMk/>
            <pc:sldMk cId="656611688" sldId="379"/>
            <ac:picMk id="9" creationId="{F19E90FE-790E-BF94-E417-74F769E3D039}"/>
          </ac:picMkLst>
        </pc:picChg>
        <pc:picChg chg="add mod">
          <ac:chgData name="Ogburn, Sarah E" userId="c40d2df0-46c9-4be9-b5a6-5c158e399904" providerId="ADAL" clId="{A8FE6916-F71F-41E8-9120-B715769B51CB}" dt="2024-06-13T18:32:02.632" v="2444" actId="1076"/>
          <ac:picMkLst>
            <pc:docMk/>
            <pc:sldMk cId="656611688" sldId="379"/>
            <ac:picMk id="11" creationId="{D1EEFDCF-0DC9-B395-B4FB-B5CF1E856001}"/>
          </ac:picMkLst>
        </pc:picChg>
        <pc:picChg chg="add del mod">
          <ac:chgData name="Ogburn, Sarah E" userId="c40d2df0-46c9-4be9-b5a6-5c158e399904" providerId="ADAL" clId="{A8FE6916-F71F-41E8-9120-B715769B51CB}" dt="2024-06-13T18:34:16.937" v="2447" actId="478"/>
          <ac:picMkLst>
            <pc:docMk/>
            <pc:sldMk cId="656611688" sldId="379"/>
            <ac:picMk id="12" creationId="{EF060465-1E1F-C84C-53CF-D4588A389936}"/>
          </ac:picMkLst>
        </pc:picChg>
        <pc:picChg chg="add mod">
          <ac:chgData name="Ogburn, Sarah E" userId="c40d2df0-46c9-4be9-b5a6-5c158e399904" providerId="ADAL" clId="{A8FE6916-F71F-41E8-9120-B715769B51CB}" dt="2024-06-13T18:34:44.273" v="2450" actId="1076"/>
          <ac:picMkLst>
            <pc:docMk/>
            <pc:sldMk cId="656611688" sldId="379"/>
            <ac:picMk id="17" creationId="{EE89B803-BB4E-463C-D853-A1E5211A4C53}"/>
          </ac:picMkLst>
        </pc:picChg>
        <pc:picChg chg="add mod">
          <ac:chgData name="Ogburn, Sarah E" userId="c40d2df0-46c9-4be9-b5a6-5c158e399904" providerId="ADAL" clId="{A8FE6916-F71F-41E8-9120-B715769B51CB}" dt="2024-06-13T18:36:40.534" v="2468" actId="1076"/>
          <ac:picMkLst>
            <pc:docMk/>
            <pc:sldMk cId="656611688" sldId="379"/>
            <ac:picMk id="21" creationId="{DFAB660F-6065-3DC8-89E8-5EC8EA23BFC9}"/>
          </ac:picMkLst>
        </pc:picChg>
        <pc:picChg chg="mod">
          <ac:chgData name="Ogburn, Sarah E" userId="c40d2df0-46c9-4be9-b5a6-5c158e399904" providerId="ADAL" clId="{A8FE6916-F71F-41E8-9120-B715769B51CB}" dt="2024-06-14T20:08:21.801" v="2817"/>
          <ac:picMkLst>
            <pc:docMk/>
            <pc:sldMk cId="656611688" sldId="379"/>
            <ac:picMk id="25" creationId="{2AE974C7-D461-6089-6E3A-D91410CF3F8F}"/>
          </ac:picMkLst>
        </pc:picChg>
        <pc:picChg chg="mod">
          <ac:chgData name="Ogburn, Sarah E" userId="c40d2df0-46c9-4be9-b5a6-5c158e399904" providerId="ADAL" clId="{A8FE6916-F71F-41E8-9120-B715769B51CB}" dt="2024-06-14T20:08:21.801" v="2817"/>
          <ac:picMkLst>
            <pc:docMk/>
            <pc:sldMk cId="656611688" sldId="379"/>
            <ac:picMk id="26" creationId="{DC1FD7E7-CB28-9EB8-A845-82DF358C4A05}"/>
          </ac:picMkLst>
        </pc:picChg>
        <pc:picChg chg="mod">
          <ac:chgData name="Ogburn, Sarah E" userId="c40d2df0-46c9-4be9-b5a6-5c158e399904" providerId="ADAL" clId="{A8FE6916-F71F-41E8-9120-B715769B51CB}" dt="2024-06-14T20:08:21.801" v="2817"/>
          <ac:picMkLst>
            <pc:docMk/>
            <pc:sldMk cId="656611688" sldId="379"/>
            <ac:picMk id="27" creationId="{85A1321F-910E-34BD-3577-D771A4B4CCF9}"/>
          </ac:picMkLst>
        </pc:picChg>
      </pc:sldChg>
      <pc:sldChg chg="modSp del">
        <pc:chgData name="Ogburn, Sarah E" userId="c40d2df0-46c9-4be9-b5a6-5c158e399904" providerId="ADAL" clId="{A8FE6916-F71F-41E8-9120-B715769B51CB}" dt="2024-05-23T00:34:13.180" v="1148" actId="2696"/>
        <pc:sldMkLst>
          <pc:docMk/>
          <pc:sldMk cId="2485321233" sldId="379"/>
        </pc:sldMkLst>
        <pc:spChg chg="mod">
          <ac:chgData name="Ogburn, Sarah E" userId="c40d2df0-46c9-4be9-b5a6-5c158e399904" providerId="ADAL" clId="{A8FE6916-F71F-41E8-9120-B715769B51CB}" dt="2024-05-22T22:54:02.966" v="11"/>
          <ac:spMkLst>
            <pc:docMk/>
            <pc:sldMk cId="2485321233" sldId="379"/>
            <ac:spMk id="6" creationId="{009EE99B-4843-211E-F1C6-B6237ACDFECB}"/>
          </ac:spMkLst>
        </pc:spChg>
        <pc:spChg chg="mod">
          <ac:chgData name="Ogburn, Sarah E" userId="c40d2df0-46c9-4be9-b5a6-5c158e399904" providerId="ADAL" clId="{A8FE6916-F71F-41E8-9120-B715769B51CB}" dt="2024-05-22T22:54:02.966" v="11"/>
          <ac:spMkLst>
            <pc:docMk/>
            <pc:sldMk cId="2485321233" sldId="379"/>
            <ac:spMk id="7" creationId="{3EAC96D6-7911-1C6F-411F-F82E89CFBF65}"/>
          </ac:spMkLst>
        </pc:spChg>
        <pc:spChg chg="mod">
          <ac:chgData name="Ogburn, Sarah E" userId="c40d2df0-46c9-4be9-b5a6-5c158e399904" providerId="ADAL" clId="{A8FE6916-F71F-41E8-9120-B715769B51CB}" dt="2024-05-22T22:54:02.966" v="11"/>
          <ac:spMkLst>
            <pc:docMk/>
            <pc:sldMk cId="2485321233" sldId="379"/>
            <ac:spMk id="8" creationId="{73DA4ACE-C5F0-2E52-5AE0-8AE9A68CD50D}"/>
          </ac:spMkLst>
        </pc:spChg>
        <pc:spChg chg="mod">
          <ac:chgData name="Ogburn, Sarah E" userId="c40d2df0-46c9-4be9-b5a6-5c158e399904" providerId="ADAL" clId="{A8FE6916-F71F-41E8-9120-B715769B51CB}" dt="2024-05-22T22:54:02.966" v="11"/>
          <ac:spMkLst>
            <pc:docMk/>
            <pc:sldMk cId="2485321233" sldId="379"/>
            <ac:spMk id="10" creationId="{F01CCE78-4163-C1AB-68BC-6F814F42E649}"/>
          </ac:spMkLst>
        </pc:spChg>
        <pc:spChg chg="mod">
          <ac:chgData name="Ogburn, Sarah E" userId="c40d2df0-46c9-4be9-b5a6-5c158e399904" providerId="ADAL" clId="{A8FE6916-F71F-41E8-9120-B715769B51CB}" dt="2024-05-22T22:54:02.966" v="11"/>
          <ac:spMkLst>
            <pc:docMk/>
            <pc:sldMk cId="2485321233" sldId="379"/>
            <ac:spMk id="14" creationId="{438C06C3-2AC7-7A59-CC1C-FAC92C774F6B}"/>
          </ac:spMkLst>
        </pc:spChg>
        <pc:spChg chg="mod">
          <ac:chgData name="Ogburn, Sarah E" userId="c40d2df0-46c9-4be9-b5a6-5c158e399904" providerId="ADAL" clId="{A8FE6916-F71F-41E8-9120-B715769B51CB}" dt="2024-05-22T22:54:02.966" v="11"/>
          <ac:spMkLst>
            <pc:docMk/>
            <pc:sldMk cId="2485321233" sldId="379"/>
            <ac:spMk id="15" creationId="{8277DC9F-A6D0-2E47-9EE8-EDD80E6F05B6}"/>
          </ac:spMkLst>
        </pc:spChg>
        <pc:spChg chg="mod">
          <ac:chgData name="Ogburn, Sarah E" userId="c40d2df0-46c9-4be9-b5a6-5c158e399904" providerId="ADAL" clId="{A8FE6916-F71F-41E8-9120-B715769B51CB}" dt="2024-05-22T22:54:02.966" v="11"/>
          <ac:spMkLst>
            <pc:docMk/>
            <pc:sldMk cId="2485321233" sldId="379"/>
            <ac:spMk id="16" creationId="{14CCE719-4EC0-CBDD-D718-288235204A17}"/>
          </ac:spMkLst>
        </pc:spChg>
        <pc:picChg chg="mod">
          <ac:chgData name="Ogburn, Sarah E" userId="c40d2df0-46c9-4be9-b5a6-5c158e399904" providerId="ADAL" clId="{A8FE6916-F71F-41E8-9120-B715769B51CB}" dt="2024-05-22T22:54:02.966" v="11"/>
          <ac:picMkLst>
            <pc:docMk/>
            <pc:sldMk cId="2485321233" sldId="379"/>
            <ac:picMk id="5" creationId="{0C93FB85-8DC1-A8EF-37B8-A9866358F96F}"/>
          </ac:picMkLst>
        </pc:picChg>
      </pc:sldChg>
      <pc:sldChg chg="modSp add ord setBg">
        <pc:chgData name="Ogburn, Sarah E" userId="c40d2df0-46c9-4be9-b5a6-5c158e399904" providerId="ADAL" clId="{A8FE6916-F71F-41E8-9120-B715769B51CB}" dt="2024-05-22T23:26:02.152" v="18"/>
        <pc:sldMkLst>
          <pc:docMk/>
          <pc:sldMk cId="0" sldId="380"/>
        </pc:sldMkLst>
        <pc:spChg chg="mod">
          <ac:chgData name="Ogburn, Sarah E" userId="c40d2df0-46c9-4be9-b5a6-5c158e399904" providerId="ADAL" clId="{A8FE6916-F71F-41E8-9120-B715769B51CB}" dt="2024-05-22T23:08:18.478" v="15" actId="207"/>
          <ac:spMkLst>
            <pc:docMk/>
            <pc:sldMk cId="0" sldId="380"/>
            <ac:spMk id="3075" creationId="{00000000-0000-0000-0000-000000000000}"/>
          </ac:spMkLst>
        </pc:spChg>
      </pc:sldChg>
      <pc:sldChg chg="del">
        <pc:chgData name="Ogburn, Sarah E" userId="c40d2df0-46c9-4be9-b5a6-5c158e399904" providerId="ADAL" clId="{A8FE6916-F71F-41E8-9120-B715769B51CB}" dt="2024-05-22T21:14:18.117" v="0" actId="2696"/>
        <pc:sldMkLst>
          <pc:docMk/>
          <pc:sldMk cId="2166030580" sldId="380"/>
        </pc:sldMkLst>
      </pc:sldChg>
      <pc:sldChg chg="addSp delSp modSp new del mod modClrScheme chgLayout">
        <pc:chgData name="Ogburn, Sarah E" userId="c40d2df0-46c9-4be9-b5a6-5c158e399904" providerId="ADAL" clId="{A8FE6916-F71F-41E8-9120-B715769B51CB}" dt="2024-06-13T18:36:44.067" v="2469" actId="2696"/>
        <pc:sldMkLst>
          <pc:docMk/>
          <pc:sldMk cId="328119897" sldId="381"/>
        </pc:sldMkLst>
        <pc:spChg chg="mod ord">
          <ac:chgData name="Ogburn, Sarah E" userId="c40d2df0-46c9-4be9-b5a6-5c158e399904" providerId="ADAL" clId="{A8FE6916-F71F-41E8-9120-B715769B51CB}" dt="2024-06-13T18:26:10.722" v="2423" actId="700"/>
          <ac:spMkLst>
            <pc:docMk/>
            <pc:sldMk cId="328119897" sldId="381"/>
            <ac:spMk id="2" creationId="{6460C9BC-C2FB-A208-5FC2-972A63A8DD2B}"/>
          </ac:spMkLst>
        </pc:spChg>
        <pc:spChg chg="mod ord">
          <ac:chgData name="Ogburn, Sarah E" userId="c40d2df0-46c9-4be9-b5a6-5c158e399904" providerId="ADAL" clId="{A8FE6916-F71F-41E8-9120-B715769B51CB}" dt="2024-06-13T18:26:15.790" v="2424" actId="21"/>
          <ac:spMkLst>
            <pc:docMk/>
            <pc:sldMk cId="328119897" sldId="381"/>
            <ac:spMk id="3" creationId="{91C7AA1A-E8ED-0A98-F9BD-804A65F90DEC}"/>
          </ac:spMkLst>
        </pc:spChg>
        <pc:spChg chg="add mod ord">
          <ac:chgData name="Ogburn, Sarah E" userId="c40d2df0-46c9-4be9-b5a6-5c158e399904" providerId="ADAL" clId="{A8FE6916-F71F-41E8-9120-B715769B51CB}" dt="2024-06-13T18:26:17.159" v="2425"/>
          <ac:spMkLst>
            <pc:docMk/>
            <pc:sldMk cId="328119897" sldId="381"/>
            <ac:spMk id="4" creationId="{85582CFB-2031-17E4-C737-E05E931D7FC3}"/>
          </ac:spMkLst>
        </pc:spChg>
        <pc:picChg chg="add del">
          <ac:chgData name="Ogburn, Sarah E" userId="c40d2df0-46c9-4be9-b5a6-5c158e399904" providerId="ADAL" clId="{A8FE6916-F71F-41E8-9120-B715769B51CB}" dt="2024-06-13T18:30:02.824" v="2427" actId="478"/>
          <ac:picMkLst>
            <pc:docMk/>
            <pc:sldMk cId="328119897" sldId="381"/>
            <ac:picMk id="3074" creationId="{B11DE020-128C-11A5-DCBA-A02D1AB23211}"/>
          </ac:picMkLst>
        </pc:picChg>
      </pc:sldChg>
      <pc:sldChg chg="del">
        <pc:chgData name="Ogburn, Sarah E" userId="c40d2df0-46c9-4be9-b5a6-5c158e399904" providerId="ADAL" clId="{A8FE6916-F71F-41E8-9120-B715769B51CB}" dt="2024-05-22T21:14:18.117" v="0" actId="2696"/>
        <pc:sldMkLst>
          <pc:docMk/>
          <pc:sldMk cId="2962547274" sldId="381"/>
        </pc:sldMkLst>
      </pc:sldChg>
      <pc:sldChg chg="addSp new del">
        <pc:chgData name="Ogburn, Sarah E" userId="c40d2df0-46c9-4be9-b5a6-5c158e399904" providerId="ADAL" clId="{A8FE6916-F71F-41E8-9120-B715769B51CB}" dt="2024-06-13T17:31:56.055" v="1173" actId="2696"/>
        <pc:sldMkLst>
          <pc:docMk/>
          <pc:sldMk cId="3996688816" sldId="381"/>
        </pc:sldMkLst>
        <pc:picChg chg="add">
          <ac:chgData name="Ogburn, Sarah E" userId="c40d2df0-46c9-4be9-b5a6-5c158e399904" providerId="ADAL" clId="{A8FE6916-F71F-41E8-9120-B715769B51CB}" dt="2024-05-23T00:13:13.246" v="805"/>
          <ac:picMkLst>
            <pc:docMk/>
            <pc:sldMk cId="3996688816" sldId="381"/>
            <ac:picMk id="4098" creationId="{73DF7FD3-F97D-2B51-2EFC-E47008CC38F8}"/>
          </ac:picMkLst>
        </pc:picChg>
      </pc:sldChg>
      <pc:sldChg chg="del">
        <pc:chgData name="Ogburn, Sarah E" userId="c40d2df0-46c9-4be9-b5a6-5c158e399904" providerId="ADAL" clId="{A8FE6916-F71F-41E8-9120-B715769B51CB}" dt="2024-05-22T21:14:18.117" v="0" actId="2696"/>
        <pc:sldMkLst>
          <pc:docMk/>
          <pc:sldMk cId="2503554664" sldId="382"/>
        </pc:sldMkLst>
      </pc:sldChg>
      <pc:sldChg chg="del">
        <pc:chgData name="Ogburn, Sarah E" userId="c40d2df0-46c9-4be9-b5a6-5c158e399904" providerId="ADAL" clId="{A8FE6916-F71F-41E8-9120-B715769B51CB}" dt="2024-05-22T21:14:18.117" v="0" actId="2696"/>
        <pc:sldMkLst>
          <pc:docMk/>
          <pc:sldMk cId="1835931948" sldId="383"/>
        </pc:sldMkLst>
      </pc:sldChg>
      <pc:sldChg chg="del">
        <pc:chgData name="Ogburn, Sarah E" userId="c40d2df0-46c9-4be9-b5a6-5c158e399904" providerId="ADAL" clId="{A8FE6916-F71F-41E8-9120-B715769B51CB}" dt="2024-05-22T21:14:18.117" v="0" actId="2696"/>
        <pc:sldMkLst>
          <pc:docMk/>
          <pc:sldMk cId="1674492603" sldId="384"/>
        </pc:sldMkLst>
      </pc:sldChg>
      <pc:sldChg chg="del">
        <pc:chgData name="Ogburn, Sarah E" userId="c40d2df0-46c9-4be9-b5a6-5c158e399904" providerId="ADAL" clId="{A8FE6916-F71F-41E8-9120-B715769B51CB}" dt="2024-05-22T21:14:18.117" v="0" actId="2696"/>
        <pc:sldMkLst>
          <pc:docMk/>
          <pc:sldMk cId="4044701514" sldId="385"/>
        </pc:sldMkLst>
      </pc:sldChg>
      <pc:sldChg chg="del">
        <pc:chgData name="Ogburn, Sarah E" userId="c40d2df0-46c9-4be9-b5a6-5c158e399904" providerId="ADAL" clId="{A8FE6916-F71F-41E8-9120-B715769B51CB}" dt="2024-05-22T21:14:18.117" v="0" actId="2696"/>
        <pc:sldMkLst>
          <pc:docMk/>
          <pc:sldMk cId="3430365175" sldId="387"/>
        </pc:sldMkLst>
      </pc:sldChg>
      <pc:sldChg chg="del">
        <pc:chgData name="Ogburn, Sarah E" userId="c40d2df0-46c9-4be9-b5a6-5c158e399904" providerId="ADAL" clId="{A8FE6916-F71F-41E8-9120-B715769B51CB}" dt="2024-05-22T21:14:18.117" v="0" actId="2696"/>
        <pc:sldMkLst>
          <pc:docMk/>
          <pc:sldMk cId="4084148614" sldId="388"/>
        </pc:sldMkLst>
      </pc:sldChg>
      <pc:sldChg chg="del">
        <pc:chgData name="Ogburn, Sarah E" userId="c40d2df0-46c9-4be9-b5a6-5c158e399904" providerId="ADAL" clId="{A8FE6916-F71F-41E8-9120-B715769B51CB}" dt="2024-05-22T21:14:18.117" v="0" actId="2696"/>
        <pc:sldMkLst>
          <pc:docMk/>
          <pc:sldMk cId="3053068628" sldId="389"/>
        </pc:sldMkLst>
      </pc:sldChg>
      <pc:sldChg chg="add">
        <pc:chgData name="Ogburn, Sarah E" userId="c40d2df0-46c9-4be9-b5a6-5c158e399904" providerId="ADAL" clId="{A8FE6916-F71F-41E8-9120-B715769B51CB}" dt="2024-06-13T17:39:18.440" v="1435"/>
        <pc:sldMkLst>
          <pc:docMk/>
          <pc:sldMk cId="80551795" sldId="436"/>
        </pc:sldMkLst>
      </pc:sldChg>
      <pc:sldChg chg="addSp delSp modSp new mod modClrScheme chgLayout">
        <pc:chgData name="Ogburn, Sarah E" userId="c40d2df0-46c9-4be9-b5a6-5c158e399904" providerId="ADAL" clId="{A8FE6916-F71F-41E8-9120-B715769B51CB}" dt="2024-06-14T20:08:18.163" v="2815"/>
        <pc:sldMkLst>
          <pc:docMk/>
          <pc:sldMk cId="1145127718" sldId="437"/>
        </pc:sldMkLst>
        <pc:spChg chg="add del mod">
          <ac:chgData name="Ogburn, Sarah E" userId="c40d2df0-46c9-4be9-b5a6-5c158e399904" providerId="ADAL" clId="{A8FE6916-F71F-41E8-9120-B715769B51CB}" dt="2024-06-13T17:52:53.439" v="1612" actId="478"/>
          <ac:spMkLst>
            <pc:docMk/>
            <pc:sldMk cId="1145127718" sldId="437"/>
            <ac:spMk id="2" creationId="{314D146C-63FC-6E29-1BB3-E6651ECA667B}"/>
          </ac:spMkLst>
        </pc:spChg>
        <pc:spChg chg="add del mod ord">
          <ac:chgData name="Ogburn, Sarah E" userId="c40d2df0-46c9-4be9-b5a6-5c158e399904" providerId="ADAL" clId="{A8FE6916-F71F-41E8-9120-B715769B51CB}" dt="2024-06-13T18:25:28.388" v="2412" actId="478"/>
          <ac:spMkLst>
            <pc:docMk/>
            <pc:sldMk cId="1145127718" sldId="437"/>
            <ac:spMk id="3" creationId="{D55B69EE-BF5D-5D57-69B7-9A2E08358CA0}"/>
          </ac:spMkLst>
        </pc:spChg>
        <pc:spChg chg="add del mod ord">
          <ac:chgData name="Ogburn, Sarah E" userId="c40d2df0-46c9-4be9-b5a6-5c158e399904" providerId="ADAL" clId="{A8FE6916-F71F-41E8-9120-B715769B51CB}" dt="2024-06-13T17:53:01.358" v="1614" actId="478"/>
          <ac:spMkLst>
            <pc:docMk/>
            <pc:sldMk cId="1145127718" sldId="437"/>
            <ac:spMk id="4" creationId="{DBCBBE6E-FB06-D0B6-AC66-9B7AA3C07E24}"/>
          </ac:spMkLst>
        </pc:spChg>
        <pc:spChg chg="add mod ord">
          <ac:chgData name="Ogburn, Sarah E" userId="c40d2df0-46c9-4be9-b5a6-5c158e399904" providerId="ADAL" clId="{A8FE6916-F71F-41E8-9120-B715769B51CB}" dt="2024-06-13T17:58:42.490" v="2118" actId="20577"/>
          <ac:spMkLst>
            <pc:docMk/>
            <pc:sldMk cId="1145127718" sldId="437"/>
            <ac:spMk id="5" creationId="{7212811F-9CEB-1E28-6987-789D8876C110}"/>
          </ac:spMkLst>
        </pc:spChg>
        <pc:spChg chg="add del mod ord">
          <ac:chgData name="Ogburn, Sarah E" userId="c40d2df0-46c9-4be9-b5a6-5c158e399904" providerId="ADAL" clId="{A8FE6916-F71F-41E8-9120-B715769B51CB}" dt="2024-06-13T17:53:03.838" v="1615" actId="478"/>
          <ac:spMkLst>
            <pc:docMk/>
            <pc:sldMk cId="1145127718" sldId="437"/>
            <ac:spMk id="6" creationId="{8ECECA5B-06D8-A323-F038-BBB1F1336B2A}"/>
          </ac:spMkLst>
        </pc:spChg>
        <pc:spChg chg="add mod ord">
          <ac:chgData name="Ogburn, Sarah E" userId="c40d2df0-46c9-4be9-b5a6-5c158e399904" providerId="ADAL" clId="{A8FE6916-F71F-41E8-9120-B715769B51CB}" dt="2024-06-13T17:58:30.033" v="2116" actId="20577"/>
          <ac:spMkLst>
            <pc:docMk/>
            <pc:sldMk cId="1145127718" sldId="437"/>
            <ac:spMk id="7" creationId="{5049004E-ADB0-8524-4F6D-15598033B9EF}"/>
          </ac:spMkLst>
        </pc:spChg>
        <pc:spChg chg="add del mod">
          <ac:chgData name="Ogburn, Sarah E" userId="c40d2df0-46c9-4be9-b5a6-5c158e399904" providerId="ADAL" clId="{A8FE6916-F71F-41E8-9120-B715769B51CB}" dt="2024-06-13T18:25:31.818" v="2414" actId="478"/>
          <ac:spMkLst>
            <pc:docMk/>
            <pc:sldMk cId="1145127718" sldId="437"/>
            <ac:spMk id="9" creationId="{AC67F57F-F4BD-C5BE-DFC9-FF30326A782F}"/>
          </ac:spMkLst>
        </pc:spChg>
        <pc:spChg chg="add mod">
          <ac:chgData name="Ogburn, Sarah E" userId="c40d2df0-46c9-4be9-b5a6-5c158e399904" providerId="ADAL" clId="{A8FE6916-F71F-41E8-9120-B715769B51CB}" dt="2024-06-13T18:25:35.320" v="2415" actId="1076"/>
          <ac:spMkLst>
            <pc:docMk/>
            <pc:sldMk cId="1145127718" sldId="437"/>
            <ac:spMk id="10" creationId="{79509F23-42B2-2C0F-5DD9-5498067A6989}"/>
          </ac:spMkLst>
        </pc:spChg>
        <pc:spChg chg="mod">
          <ac:chgData name="Ogburn, Sarah E" userId="c40d2df0-46c9-4be9-b5a6-5c158e399904" providerId="ADAL" clId="{A8FE6916-F71F-41E8-9120-B715769B51CB}" dt="2024-06-14T20:08:18.163" v="2815"/>
          <ac:spMkLst>
            <pc:docMk/>
            <pc:sldMk cId="1145127718" sldId="437"/>
            <ac:spMk id="12" creationId="{DF3F500B-4E77-77F7-9092-3AA4639AB148}"/>
          </ac:spMkLst>
        </pc:spChg>
        <pc:grpChg chg="add mod">
          <ac:chgData name="Ogburn, Sarah E" userId="c40d2df0-46c9-4be9-b5a6-5c158e399904" providerId="ADAL" clId="{A8FE6916-F71F-41E8-9120-B715769B51CB}" dt="2024-06-14T20:08:18.163" v="2815"/>
          <ac:grpSpMkLst>
            <pc:docMk/>
            <pc:sldMk cId="1145127718" sldId="437"/>
            <ac:grpSpMk id="11" creationId="{6F8BA8A6-B96A-D223-9D53-80972D5CAC59}"/>
          </ac:grpSpMkLst>
        </pc:grpChg>
        <pc:grpChg chg="mod">
          <ac:chgData name="Ogburn, Sarah E" userId="c40d2df0-46c9-4be9-b5a6-5c158e399904" providerId="ADAL" clId="{A8FE6916-F71F-41E8-9120-B715769B51CB}" dt="2024-06-14T20:08:18.163" v="2815"/>
          <ac:grpSpMkLst>
            <pc:docMk/>
            <pc:sldMk cId="1145127718" sldId="437"/>
            <ac:grpSpMk id="13" creationId="{87F118C0-9263-EE40-400D-2DF7CE0B873E}"/>
          </ac:grpSpMkLst>
        </pc:grpChg>
        <pc:picChg chg="mod">
          <ac:chgData name="Ogburn, Sarah E" userId="c40d2df0-46c9-4be9-b5a6-5c158e399904" providerId="ADAL" clId="{A8FE6916-F71F-41E8-9120-B715769B51CB}" dt="2024-06-14T20:08:18.163" v="2815"/>
          <ac:picMkLst>
            <pc:docMk/>
            <pc:sldMk cId="1145127718" sldId="437"/>
            <ac:picMk id="14" creationId="{D570C89E-6EB1-8AA0-6EE5-C5B521536DCE}"/>
          </ac:picMkLst>
        </pc:picChg>
        <pc:picChg chg="mod">
          <ac:chgData name="Ogburn, Sarah E" userId="c40d2df0-46c9-4be9-b5a6-5c158e399904" providerId="ADAL" clId="{A8FE6916-F71F-41E8-9120-B715769B51CB}" dt="2024-06-14T20:08:18.163" v="2815"/>
          <ac:picMkLst>
            <pc:docMk/>
            <pc:sldMk cId="1145127718" sldId="437"/>
            <ac:picMk id="15" creationId="{87222966-B103-3BAD-6251-74AA5AA52EAD}"/>
          </ac:picMkLst>
        </pc:picChg>
        <pc:picChg chg="mod">
          <ac:chgData name="Ogburn, Sarah E" userId="c40d2df0-46c9-4be9-b5a6-5c158e399904" providerId="ADAL" clId="{A8FE6916-F71F-41E8-9120-B715769B51CB}" dt="2024-06-14T20:08:18.163" v="2815"/>
          <ac:picMkLst>
            <pc:docMk/>
            <pc:sldMk cId="1145127718" sldId="437"/>
            <ac:picMk id="16" creationId="{BE22BB32-3E70-0585-93D4-0856B3A49884}"/>
          </ac:picMkLst>
        </pc:picChg>
        <pc:picChg chg="add mod">
          <ac:chgData name="Ogburn, Sarah E" userId="c40d2df0-46c9-4be9-b5a6-5c158e399904" providerId="ADAL" clId="{A8FE6916-F71F-41E8-9120-B715769B51CB}" dt="2024-06-13T17:52:59.660" v="1613" actId="1076"/>
          <ac:picMkLst>
            <pc:docMk/>
            <pc:sldMk cId="1145127718" sldId="437"/>
            <ac:picMk id="2050" creationId="{C22FFEF8-1B24-E6E6-C3C4-76F2D244B75C}"/>
          </ac:picMkLst>
        </pc:picChg>
        <pc:picChg chg="add mod">
          <ac:chgData name="Ogburn, Sarah E" userId="c40d2df0-46c9-4be9-b5a6-5c158e399904" providerId="ADAL" clId="{A8FE6916-F71F-41E8-9120-B715769B51CB}" dt="2024-06-13T17:53:08.266" v="1616" actId="1076"/>
          <ac:picMkLst>
            <pc:docMk/>
            <pc:sldMk cId="1145127718" sldId="437"/>
            <ac:picMk id="2052" creationId="{21AD2466-FE82-9823-B7A3-FBADA3A957FF}"/>
          </ac:picMkLst>
        </pc:picChg>
      </pc:sldChg>
      <pc:sldChg chg="addSp modSp new ord">
        <pc:chgData name="Ogburn, Sarah E" userId="c40d2df0-46c9-4be9-b5a6-5c158e399904" providerId="ADAL" clId="{A8FE6916-F71F-41E8-9120-B715769B51CB}" dt="2024-06-14T20:08:48.187" v="2825"/>
        <pc:sldMkLst>
          <pc:docMk/>
          <pc:sldMk cId="3702381971" sldId="438"/>
        </pc:sldMkLst>
        <pc:spChg chg="mod">
          <ac:chgData name="Ogburn, Sarah E" userId="c40d2df0-46c9-4be9-b5a6-5c158e399904" providerId="ADAL" clId="{A8FE6916-F71F-41E8-9120-B715769B51CB}" dt="2024-06-14T20:08:48.187" v="2825"/>
          <ac:spMkLst>
            <pc:docMk/>
            <pc:sldMk cId="3702381971" sldId="438"/>
            <ac:spMk id="5" creationId="{87A1A042-3226-0B15-0DD6-07D191E73518}"/>
          </ac:spMkLst>
        </pc:spChg>
        <pc:grpChg chg="add mod">
          <ac:chgData name="Ogburn, Sarah E" userId="c40d2df0-46c9-4be9-b5a6-5c158e399904" providerId="ADAL" clId="{A8FE6916-F71F-41E8-9120-B715769B51CB}" dt="2024-06-14T20:08:48.187" v="2825"/>
          <ac:grpSpMkLst>
            <pc:docMk/>
            <pc:sldMk cId="3702381971" sldId="438"/>
            <ac:grpSpMk id="4" creationId="{8ED49E9E-069B-63E9-E322-9DACED5D4709}"/>
          </ac:grpSpMkLst>
        </pc:grpChg>
        <pc:grpChg chg="mod">
          <ac:chgData name="Ogburn, Sarah E" userId="c40d2df0-46c9-4be9-b5a6-5c158e399904" providerId="ADAL" clId="{A8FE6916-F71F-41E8-9120-B715769B51CB}" dt="2024-06-14T20:08:48.187" v="2825"/>
          <ac:grpSpMkLst>
            <pc:docMk/>
            <pc:sldMk cId="3702381971" sldId="438"/>
            <ac:grpSpMk id="6" creationId="{26F7F3EB-B2AE-3E4C-6797-4064829A6668}"/>
          </ac:grpSpMkLst>
        </pc:grpChg>
        <pc:picChg chg="mod">
          <ac:chgData name="Ogburn, Sarah E" userId="c40d2df0-46c9-4be9-b5a6-5c158e399904" providerId="ADAL" clId="{A8FE6916-F71F-41E8-9120-B715769B51CB}" dt="2024-06-14T20:08:48.187" v="2825"/>
          <ac:picMkLst>
            <pc:docMk/>
            <pc:sldMk cId="3702381971" sldId="438"/>
            <ac:picMk id="7" creationId="{C57F6966-F338-ABD3-08D7-9EE9C0C80754}"/>
          </ac:picMkLst>
        </pc:picChg>
        <pc:picChg chg="mod">
          <ac:chgData name="Ogburn, Sarah E" userId="c40d2df0-46c9-4be9-b5a6-5c158e399904" providerId="ADAL" clId="{A8FE6916-F71F-41E8-9120-B715769B51CB}" dt="2024-06-14T20:08:48.187" v="2825"/>
          <ac:picMkLst>
            <pc:docMk/>
            <pc:sldMk cId="3702381971" sldId="438"/>
            <ac:picMk id="8" creationId="{93BBF150-5B45-EC6E-EE45-8DA6710A27B9}"/>
          </ac:picMkLst>
        </pc:picChg>
        <pc:picChg chg="mod">
          <ac:chgData name="Ogburn, Sarah E" userId="c40d2df0-46c9-4be9-b5a6-5c158e399904" providerId="ADAL" clId="{A8FE6916-F71F-41E8-9120-B715769B51CB}" dt="2024-06-14T20:08:48.187" v="2825"/>
          <ac:picMkLst>
            <pc:docMk/>
            <pc:sldMk cId="3702381971" sldId="438"/>
            <ac:picMk id="9" creationId="{C3477D87-B47D-9805-C9C5-F4F4FD5CD871}"/>
          </ac:picMkLst>
        </pc:picChg>
        <pc:picChg chg="add">
          <ac:chgData name="Ogburn, Sarah E" userId="c40d2df0-46c9-4be9-b5a6-5c158e399904" providerId="ADAL" clId="{A8FE6916-F71F-41E8-9120-B715769B51CB}" dt="2024-06-13T17:45:27.164" v="1438"/>
          <ac:picMkLst>
            <pc:docMk/>
            <pc:sldMk cId="3702381971" sldId="438"/>
            <ac:picMk id="1026" creationId="{4E96FC34-1D2F-33CB-E1C0-FC20DA3FDC99}"/>
          </ac:picMkLst>
        </pc:picChg>
      </pc:sldChg>
      <pc:sldChg chg="addSp delSp modSp add mod">
        <pc:chgData name="Ogburn, Sarah E" userId="c40d2df0-46c9-4be9-b5a6-5c158e399904" providerId="ADAL" clId="{A8FE6916-F71F-41E8-9120-B715769B51CB}" dt="2024-06-14T20:08:20.011" v="2816"/>
        <pc:sldMkLst>
          <pc:docMk/>
          <pc:sldMk cId="4044450744" sldId="439"/>
        </pc:sldMkLst>
        <pc:spChg chg="mod">
          <ac:chgData name="Ogburn, Sarah E" userId="c40d2df0-46c9-4be9-b5a6-5c158e399904" providerId="ADAL" clId="{A8FE6916-F71F-41E8-9120-B715769B51CB}" dt="2024-06-13T18:25:39.061" v="2416" actId="1076"/>
          <ac:spMkLst>
            <pc:docMk/>
            <pc:sldMk cId="4044450744" sldId="439"/>
            <ac:spMk id="3" creationId="{D55B69EE-BF5D-5D57-69B7-9A2E08358CA0}"/>
          </ac:spMkLst>
        </pc:spChg>
        <pc:spChg chg="add del mod">
          <ac:chgData name="Ogburn, Sarah E" userId="c40d2df0-46c9-4be9-b5a6-5c158e399904" providerId="ADAL" clId="{A8FE6916-F71F-41E8-9120-B715769B51CB}" dt="2024-06-13T17:59:04.098" v="2121" actId="478"/>
          <ac:spMkLst>
            <pc:docMk/>
            <pc:sldMk cId="4044450744" sldId="439"/>
            <ac:spMk id="4" creationId="{F1E3A230-0827-C6E4-8D41-BA65672734EF}"/>
          </ac:spMkLst>
        </pc:spChg>
        <pc:spChg chg="mod">
          <ac:chgData name="Ogburn, Sarah E" userId="c40d2df0-46c9-4be9-b5a6-5c158e399904" providerId="ADAL" clId="{A8FE6916-F71F-41E8-9120-B715769B51CB}" dt="2024-06-13T18:18:10.535" v="2398" actId="20577"/>
          <ac:spMkLst>
            <pc:docMk/>
            <pc:sldMk cId="4044450744" sldId="439"/>
            <ac:spMk id="5" creationId="{7212811F-9CEB-1E28-6987-789D8876C110}"/>
          </ac:spMkLst>
        </pc:spChg>
        <pc:spChg chg="del">
          <ac:chgData name="Ogburn, Sarah E" userId="c40d2df0-46c9-4be9-b5a6-5c158e399904" providerId="ADAL" clId="{A8FE6916-F71F-41E8-9120-B715769B51CB}" dt="2024-06-13T17:59:01.482" v="2120" actId="478"/>
          <ac:spMkLst>
            <pc:docMk/>
            <pc:sldMk cId="4044450744" sldId="439"/>
            <ac:spMk id="7" creationId="{5049004E-ADB0-8524-4F6D-15598033B9EF}"/>
          </ac:spMkLst>
        </pc:spChg>
        <pc:spChg chg="mod">
          <ac:chgData name="Ogburn, Sarah E" userId="c40d2df0-46c9-4be9-b5a6-5c158e399904" providerId="ADAL" clId="{A8FE6916-F71F-41E8-9120-B715769B51CB}" dt="2024-06-14T20:08:20.011" v="2816"/>
          <ac:spMkLst>
            <pc:docMk/>
            <pc:sldMk cId="4044450744" sldId="439"/>
            <ac:spMk id="10" creationId="{7D1F4E8A-5A6E-61EC-9EDB-753527A6FA17}"/>
          </ac:spMkLst>
        </pc:spChg>
        <pc:grpChg chg="add mod">
          <ac:chgData name="Ogburn, Sarah E" userId="c40d2df0-46c9-4be9-b5a6-5c158e399904" providerId="ADAL" clId="{A8FE6916-F71F-41E8-9120-B715769B51CB}" dt="2024-06-14T20:08:20.011" v="2816"/>
          <ac:grpSpMkLst>
            <pc:docMk/>
            <pc:sldMk cId="4044450744" sldId="439"/>
            <ac:grpSpMk id="9" creationId="{92F3A79E-3F2D-0FB6-C757-89D423D0E918}"/>
          </ac:grpSpMkLst>
        </pc:grpChg>
        <pc:grpChg chg="mod">
          <ac:chgData name="Ogburn, Sarah E" userId="c40d2df0-46c9-4be9-b5a6-5c158e399904" providerId="ADAL" clId="{A8FE6916-F71F-41E8-9120-B715769B51CB}" dt="2024-06-14T20:08:20.011" v="2816"/>
          <ac:grpSpMkLst>
            <pc:docMk/>
            <pc:sldMk cId="4044450744" sldId="439"/>
            <ac:grpSpMk id="11" creationId="{6A0AB747-E2E8-78A9-75A0-445D7BB1D75F}"/>
          </ac:grpSpMkLst>
        </pc:grpChg>
        <pc:picChg chg="add del mod">
          <ac:chgData name="Ogburn, Sarah E" userId="c40d2df0-46c9-4be9-b5a6-5c158e399904" providerId="ADAL" clId="{A8FE6916-F71F-41E8-9120-B715769B51CB}" dt="2024-06-13T18:25:58.624" v="2422" actId="478"/>
          <ac:picMkLst>
            <pc:docMk/>
            <pc:sldMk cId="4044450744" sldId="439"/>
            <ac:picMk id="6" creationId="{46B39B7D-CC98-33B9-1A01-788B1D04DB9E}"/>
          </ac:picMkLst>
        </pc:picChg>
        <pc:picChg chg="add del mod">
          <ac:chgData name="Ogburn, Sarah E" userId="c40d2df0-46c9-4be9-b5a6-5c158e399904" providerId="ADAL" clId="{A8FE6916-F71F-41E8-9120-B715769B51CB}" dt="2024-06-13T18:25:58.159" v="2421" actId="478"/>
          <ac:picMkLst>
            <pc:docMk/>
            <pc:sldMk cId="4044450744" sldId="439"/>
            <ac:picMk id="8" creationId="{18FCF8C3-E28A-67FF-61D5-9E10C1175912}"/>
          </ac:picMkLst>
        </pc:picChg>
        <pc:picChg chg="mod">
          <ac:chgData name="Ogburn, Sarah E" userId="c40d2df0-46c9-4be9-b5a6-5c158e399904" providerId="ADAL" clId="{A8FE6916-F71F-41E8-9120-B715769B51CB}" dt="2024-06-14T20:08:20.011" v="2816"/>
          <ac:picMkLst>
            <pc:docMk/>
            <pc:sldMk cId="4044450744" sldId="439"/>
            <ac:picMk id="12" creationId="{A881F162-8592-E6EB-B737-A8F429CAFE1E}"/>
          </ac:picMkLst>
        </pc:picChg>
        <pc:picChg chg="mod">
          <ac:chgData name="Ogburn, Sarah E" userId="c40d2df0-46c9-4be9-b5a6-5c158e399904" providerId="ADAL" clId="{A8FE6916-F71F-41E8-9120-B715769B51CB}" dt="2024-06-14T20:08:20.011" v="2816"/>
          <ac:picMkLst>
            <pc:docMk/>
            <pc:sldMk cId="4044450744" sldId="439"/>
            <ac:picMk id="13" creationId="{49CF5969-B0B9-D6AB-AA2B-DAEF64804BBF}"/>
          </ac:picMkLst>
        </pc:picChg>
        <pc:picChg chg="mod">
          <ac:chgData name="Ogburn, Sarah E" userId="c40d2df0-46c9-4be9-b5a6-5c158e399904" providerId="ADAL" clId="{A8FE6916-F71F-41E8-9120-B715769B51CB}" dt="2024-06-14T20:08:20.011" v="2816"/>
          <ac:picMkLst>
            <pc:docMk/>
            <pc:sldMk cId="4044450744" sldId="439"/>
            <ac:picMk id="14" creationId="{79236762-F7E2-2912-775F-C158415FBA27}"/>
          </ac:picMkLst>
        </pc:picChg>
      </pc:sldChg>
      <pc:sldChg chg="addSp delSp modSp new mod">
        <pc:chgData name="Ogburn, Sarah E" userId="c40d2df0-46c9-4be9-b5a6-5c158e399904" providerId="ADAL" clId="{A8FE6916-F71F-41E8-9120-B715769B51CB}" dt="2024-06-14T20:08:46.729" v="2824" actId="1076"/>
        <pc:sldMkLst>
          <pc:docMk/>
          <pc:sldMk cId="2493485778" sldId="440"/>
        </pc:sldMkLst>
        <pc:spChg chg="mod">
          <ac:chgData name="Ogburn, Sarah E" userId="c40d2df0-46c9-4be9-b5a6-5c158e399904" providerId="ADAL" clId="{A8FE6916-F71F-41E8-9120-B715769B51CB}" dt="2024-06-14T17:50:32.511" v="2801" actId="20577"/>
          <ac:spMkLst>
            <pc:docMk/>
            <pc:sldMk cId="2493485778" sldId="440"/>
            <ac:spMk id="2" creationId="{72B99575-3A54-4DC4-B997-38A045DFD05C}"/>
          </ac:spMkLst>
        </pc:spChg>
        <pc:spChg chg="del">
          <ac:chgData name="Ogburn, Sarah E" userId="c40d2df0-46c9-4be9-b5a6-5c158e399904" providerId="ADAL" clId="{A8FE6916-F71F-41E8-9120-B715769B51CB}" dt="2024-06-14T20:04:15.778" v="2802" actId="478"/>
          <ac:spMkLst>
            <pc:docMk/>
            <pc:sldMk cId="2493485778" sldId="440"/>
            <ac:spMk id="3" creationId="{37BB6B03-57AD-C740-0E25-3990EB44E045}"/>
          </ac:spMkLst>
        </pc:spChg>
        <pc:spChg chg="mod">
          <ac:chgData name="Ogburn, Sarah E" userId="c40d2df0-46c9-4be9-b5a6-5c158e399904" providerId="ADAL" clId="{A8FE6916-F71F-41E8-9120-B715769B51CB}" dt="2024-06-14T20:08:40.089" v="2821"/>
          <ac:spMkLst>
            <pc:docMk/>
            <pc:sldMk cId="2493485778" sldId="440"/>
            <ac:spMk id="8" creationId="{62F4DDF5-7A2B-3605-E997-E3B925654603}"/>
          </ac:spMkLst>
        </pc:spChg>
        <pc:grpChg chg="add mod">
          <ac:chgData name="Ogburn, Sarah E" userId="c40d2df0-46c9-4be9-b5a6-5c158e399904" providerId="ADAL" clId="{A8FE6916-F71F-41E8-9120-B715769B51CB}" dt="2024-06-14T20:08:40.089" v="2821"/>
          <ac:grpSpMkLst>
            <pc:docMk/>
            <pc:sldMk cId="2493485778" sldId="440"/>
            <ac:grpSpMk id="7" creationId="{4A12532C-90B7-FF5F-A70E-800C76F65A7D}"/>
          </ac:grpSpMkLst>
        </pc:grpChg>
        <pc:grpChg chg="mod">
          <ac:chgData name="Ogburn, Sarah E" userId="c40d2df0-46c9-4be9-b5a6-5c158e399904" providerId="ADAL" clId="{A8FE6916-F71F-41E8-9120-B715769B51CB}" dt="2024-06-14T20:08:40.089" v="2821"/>
          <ac:grpSpMkLst>
            <pc:docMk/>
            <pc:sldMk cId="2493485778" sldId="440"/>
            <ac:grpSpMk id="9" creationId="{61DBF61C-9AE9-4446-B0D2-2318677D3F54}"/>
          </ac:grpSpMkLst>
        </pc:grpChg>
        <pc:picChg chg="add mod">
          <ac:chgData name="Ogburn, Sarah E" userId="c40d2df0-46c9-4be9-b5a6-5c158e399904" providerId="ADAL" clId="{A8FE6916-F71F-41E8-9120-B715769B51CB}" dt="2024-06-14T20:08:45.548" v="2823" actId="1076"/>
          <ac:picMkLst>
            <pc:docMk/>
            <pc:sldMk cId="2493485778" sldId="440"/>
            <ac:picMk id="4" creationId="{DE673C22-A08B-49AA-C229-19FF13F15740}"/>
          </ac:picMkLst>
        </pc:picChg>
        <pc:picChg chg="add mod">
          <ac:chgData name="Ogburn, Sarah E" userId="c40d2df0-46c9-4be9-b5a6-5c158e399904" providerId="ADAL" clId="{A8FE6916-F71F-41E8-9120-B715769B51CB}" dt="2024-06-14T20:08:46.729" v="2824" actId="1076"/>
          <ac:picMkLst>
            <pc:docMk/>
            <pc:sldMk cId="2493485778" sldId="440"/>
            <ac:picMk id="6" creationId="{064AF156-B4B9-0499-F016-3B945A5EEC2C}"/>
          </ac:picMkLst>
        </pc:picChg>
        <pc:picChg chg="mod">
          <ac:chgData name="Ogburn, Sarah E" userId="c40d2df0-46c9-4be9-b5a6-5c158e399904" providerId="ADAL" clId="{A8FE6916-F71F-41E8-9120-B715769B51CB}" dt="2024-06-14T20:08:40.089" v="2821"/>
          <ac:picMkLst>
            <pc:docMk/>
            <pc:sldMk cId="2493485778" sldId="440"/>
            <ac:picMk id="10" creationId="{71E46E47-02FC-8979-10D9-FA9340F06A3C}"/>
          </ac:picMkLst>
        </pc:picChg>
        <pc:picChg chg="mod">
          <ac:chgData name="Ogburn, Sarah E" userId="c40d2df0-46c9-4be9-b5a6-5c158e399904" providerId="ADAL" clId="{A8FE6916-F71F-41E8-9120-B715769B51CB}" dt="2024-06-14T20:08:40.089" v="2821"/>
          <ac:picMkLst>
            <pc:docMk/>
            <pc:sldMk cId="2493485778" sldId="440"/>
            <ac:picMk id="11" creationId="{3DDCE8B8-F5CB-9196-BA27-634D125DDFF4}"/>
          </ac:picMkLst>
        </pc:picChg>
        <pc:picChg chg="mod">
          <ac:chgData name="Ogburn, Sarah E" userId="c40d2df0-46c9-4be9-b5a6-5c158e399904" providerId="ADAL" clId="{A8FE6916-F71F-41E8-9120-B715769B51CB}" dt="2024-06-14T20:08:40.089" v="2821"/>
          <ac:picMkLst>
            <pc:docMk/>
            <pc:sldMk cId="2493485778" sldId="440"/>
            <ac:picMk id="12" creationId="{14D5BB9E-A587-F59C-AB37-87A77458EE1F}"/>
          </ac:picMkLst>
        </pc:picChg>
      </pc:sldChg>
      <pc:sldMasterChg chg="modSp modSldLayout">
        <pc:chgData name="Ogburn, Sarah E" userId="c40d2df0-46c9-4be9-b5a6-5c158e399904" providerId="ADAL" clId="{A8FE6916-F71F-41E8-9120-B715769B51CB}" dt="2024-05-22T21:36:20.427" v="5"/>
        <pc:sldMasterMkLst>
          <pc:docMk/>
          <pc:sldMasterMk cId="2170285806" sldId="2147483648"/>
        </pc:sldMasterMkLst>
        <pc:spChg chg="mod">
          <ac:chgData name="Ogburn, Sarah E" userId="c40d2df0-46c9-4be9-b5a6-5c158e399904" providerId="ADAL" clId="{A8FE6916-F71F-41E8-9120-B715769B51CB}" dt="2024-05-22T21:36:20.427" v="5"/>
          <ac:spMkLst>
            <pc:docMk/>
            <pc:sldMasterMk cId="2170285806" sldId="2147483648"/>
            <ac:spMk id="2" creationId="{65710664-AFC5-F3C3-8974-B7BA00DC1FF2}"/>
          </ac:spMkLst>
        </pc:spChg>
        <pc:spChg chg="mod">
          <ac:chgData name="Ogburn, Sarah E" userId="c40d2df0-46c9-4be9-b5a6-5c158e399904" providerId="ADAL" clId="{A8FE6916-F71F-41E8-9120-B715769B51CB}" dt="2024-05-22T21:36:20.427" v="5"/>
          <ac:spMkLst>
            <pc:docMk/>
            <pc:sldMasterMk cId="2170285806" sldId="2147483648"/>
            <ac:spMk id="3" creationId="{880CF8D1-ADF1-49B2-EC2B-043B8EF9677D}"/>
          </ac:spMkLst>
        </pc:spChg>
        <pc:spChg chg="mod">
          <ac:chgData name="Ogburn, Sarah E" userId="c40d2df0-46c9-4be9-b5a6-5c158e399904" providerId="ADAL" clId="{A8FE6916-F71F-41E8-9120-B715769B51CB}" dt="2024-05-22T21:36:20.427" v="5"/>
          <ac:spMkLst>
            <pc:docMk/>
            <pc:sldMasterMk cId="2170285806" sldId="2147483648"/>
            <ac:spMk id="4" creationId="{87501E7E-C51C-DA86-7499-9CA6ECB14FCD}"/>
          </ac:spMkLst>
        </pc:spChg>
        <pc:spChg chg="mod">
          <ac:chgData name="Ogburn, Sarah E" userId="c40d2df0-46c9-4be9-b5a6-5c158e399904" providerId="ADAL" clId="{A8FE6916-F71F-41E8-9120-B715769B51CB}" dt="2024-05-22T21:36:20.427" v="5"/>
          <ac:spMkLst>
            <pc:docMk/>
            <pc:sldMasterMk cId="2170285806" sldId="2147483648"/>
            <ac:spMk id="5" creationId="{D621BFFD-EE33-B38C-C9B0-14DB03FAC872}"/>
          </ac:spMkLst>
        </pc:spChg>
        <pc:spChg chg="mod">
          <ac:chgData name="Ogburn, Sarah E" userId="c40d2df0-46c9-4be9-b5a6-5c158e399904" providerId="ADAL" clId="{A8FE6916-F71F-41E8-9120-B715769B51CB}" dt="2024-05-22T21:36:20.427" v="5"/>
          <ac:spMkLst>
            <pc:docMk/>
            <pc:sldMasterMk cId="2170285806" sldId="2147483648"/>
            <ac:spMk id="6" creationId="{037ED5F3-43E4-2A6E-6DE6-A9DE91777D90}"/>
          </ac:spMkLst>
        </pc:spChg>
        <pc:sldLayoutChg chg="modSp">
          <pc:chgData name="Ogburn, Sarah E" userId="c40d2df0-46c9-4be9-b5a6-5c158e399904" providerId="ADAL" clId="{A8FE6916-F71F-41E8-9120-B715769B51CB}" dt="2024-05-22T21:36:20.427" v="5"/>
          <pc:sldLayoutMkLst>
            <pc:docMk/>
            <pc:sldMasterMk cId="2170285806" sldId="2147483648"/>
            <pc:sldLayoutMk cId="699259578" sldId="2147483649"/>
          </pc:sldLayoutMkLst>
          <pc:spChg chg="mod">
            <ac:chgData name="Ogburn, Sarah E" userId="c40d2df0-46c9-4be9-b5a6-5c158e399904" providerId="ADAL" clId="{A8FE6916-F71F-41E8-9120-B715769B51CB}" dt="2024-05-22T21:36:20.427" v="5"/>
            <ac:spMkLst>
              <pc:docMk/>
              <pc:sldMasterMk cId="2170285806" sldId="2147483648"/>
              <pc:sldLayoutMk cId="699259578" sldId="2147483649"/>
              <ac:spMk id="2" creationId="{0FCC4AE0-29F6-8EC2-E2FA-39A4FCD50298}"/>
            </ac:spMkLst>
          </pc:spChg>
          <pc:spChg chg="mod">
            <ac:chgData name="Ogburn, Sarah E" userId="c40d2df0-46c9-4be9-b5a6-5c158e399904" providerId="ADAL" clId="{A8FE6916-F71F-41E8-9120-B715769B51CB}" dt="2024-05-22T21:36:20.427" v="5"/>
            <ac:spMkLst>
              <pc:docMk/>
              <pc:sldMasterMk cId="2170285806" sldId="2147483648"/>
              <pc:sldLayoutMk cId="699259578" sldId="2147483649"/>
              <ac:spMk id="3" creationId="{0CB9FFD7-67E2-518D-B4B8-11B2D87D60FF}"/>
            </ac:spMkLst>
          </pc:spChg>
        </pc:sldLayoutChg>
        <pc:sldLayoutChg chg="modSp">
          <pc:chgData name="Ogburn, Sarah E" userId="c40d2df0-46c9-4be9-b5a6-5c158e399904" providerId="ADAL" clId="{A8FE6916-F71F-41E8-9120-B715769B51CB}" dt="2024-05-22T21:36:20.427" v="5"/>
          <pc:sldLayoutMkLst>
            <pc:docMk/>
            <pc:sldMasterMk cId="2170285806" sldId="2147483648"/>
            <pc:sldLayoutMk cId="1414224996" sldId="2147483651"/>
          </pc:sldLayoutMkLst>
          <pc:spChg chg="mod">
            <ac:chgData name="Ogburn, Sarah E" userId="c40d2df0-46c9-4be9-b5a6-5c158e399904" providerId="ADAL" clId="{A8FE6916-F71F-41E8-9120-B715769B51CB}" dt="2024-05-22T21:36:20.427" v="5"/>
            <ac:spMkLst>
              <pc:docMk/>
              <pc:sldMasterMk cId="2170285806" sldId="2147483648"/>
              <pc:sldLayoutMk cId="1414224996" sldId="2147483651"/>
              <ac:spMk id="2" creationId="{9DB03290-5A58-94C8-B378-FFCEA73002D6}"/>
            </ac:spMkLst>
          </pc:spChg>
          <pc:spChg chg="mod">
            <ac:chgData name="Ogburn, Sarah E" userId="c40d2df0-46c9-4be9-b5a6-5c158e399904" providerId="ADAL" clId="{A8FE6916-F71F-41E8-9120-B715769B51CB}" dt="2024-05-22T21:36:20.427" v="5"/>
            <ac:spMkLst>
              <pc:docMk/>
              <pc:sldMasterMk cId="2170285806" sldId="2147483648"/>
              <pc:sldLayoutMk cId="1414224996" sldId="2147483651"/>
              <ac:spMk id="3" creationId="{D425E46A-E0DE-9A9F-3BA0-E1DBCAE9FF9C}"/>
            </ac:spMkLst>
          </pc:spChg>
        </pc:sldLayoutChg>
        <pc:sldLayoutChg chg="modSp">
          <pc:chgData name="Ogburn, Sarah E" userId="c40d2df0-46c9-4be9-b5a6-5c158e399904" providerId="ADAL" clId="{A8FE6916-F71F-41E8-9120-B715769B51CB}" dt="2024-05-22T21:36:20.427" v="5"/>
          <pc:sldLayoutMkLst>
            <pc:docMk/>
            <pc:sldMasterMk cId="2170285806" sldId="2147483648"/>
            <pc:sldLayoutMk cId="1631098770" sldId="2147483652"/>
          </pc:sldLayoutMkLst>
          <pc:spChg chg="mod">
            <ac:chgData name="Ogburn, Sarah E" userId="c40d2df0-46c9-4be9-b5a6-5c158e399904" providerId="ADAL" clId="{A8FE6916-F71F-41E8-9120-B715769B51CB}" dt="2024-05-22T21:36:20.427" v="5"/>
            <ac:spMkLst>
              <pc:docMk/>
              <pc:sldMasterMk cId="2170285806" sldId="2147483648"/>
              <pc:sldLayoutMk cId="1631098770" sldId="2147483652"/>
              <ac:spMk id="3" creationId="{DA215BC0-80E9-A178-C427-9514C6986182}"/>
            </ac:spMkLst>
          </pc:spChg>
          <pc:spChg chg="mod">
            <ac:chgData name="Ogburn, Sarah E" userId="c40d2df0-46c9-4be9-b5a6-5c158e399904" providerId="ADAL" clId="{A8FE6916-F71F-41E8-9120-B715769B51CB}" dt="2024-05-22T21:36:20.427" v="5"/>
            <ac:spMkLst>
              <pc:docMk/>
              <pc:sldMasterMk cId="2170285806" sldId="2147483648"/>
              <pc:sldLayoutMk cId="1631098770" sldId="2147483652"/>
              <ac:spMk id="4" creationId="{855F7198-4361-FA08-EF08-06620D8F73B8}"/>
            </ac:spMkLst>
          </pc:spChg>
        </pc:sldLayoutChg>
        <pc:sldLayoutChg chg="modSp">
          <pc:chgData name="Ogburn, Sarah E" userId="c40d2df0-46c9-4be9-b5a6-5c158e399904" providerId="ADAL" clId="{A8FE6916-F71F-41E8-9120-B715769B51CB}" dt="2024-05-22T21:36:20.427" v="5"/>
          <pc:sldLayoutMkLst>
            <pc:docMk/>
            <pc:sldMasterMk cId="2170285806" sldId="2147483648"/>
            <pc:sldLayoutMk cId="1775753718" sldId="2147483653"/>
          </pc:sldLayoutMkLst>
          <pc:spChg chg="mod">
            <ac:chgData name="Ogburn, Sarah E" userId="c40d2df0-46c9-4be9-b5a6-5c158e399904" providerId="ADAL" clId="{A8FE6916-F71F-41E8-9120-B715769B51CB}" dt="2024-05-22T21:36:20.427" v="5"/>
            <ac:spMkLst>
              <pc:docMk/>
              <pc:sldMasterMk cId="2170285806" sldId="2147483648"/>
              <pc:sldLayoutMk cId="1775753718" sldId="2147483653"/>
              <ac:spMk id="2" creationId="{076C3B20-14EC-32F0-365F-5695F3C5019B}"/>
            </ac:spMkLst>
          </pc:spChg>
          <pc:spChg chg="mod">
            <ac:chgData name="Ogburn, Sarah E" userId="c40d2df0-46c9-4be9-b5a6-5c158e399904" providerId="ADAL" clId="{A8FE6916-F71F-41E8-9120-B715769B51CB}" dt="2024-05-22T21:36:20.427" v="5"/>
            <ac:spMkLst>
              <pc:docMk/>
              <pc:sldMasterMk cId="2170285806" sldId="2147483648"/>
              <pc:sldLayoutMk cId="1775753718" sldId="2147483653"/>
              <ac:spMk id="3" creationId="{3FB6881A-5B0F-83F4-A550-5151FD1B2B4E}"/>
            </ac:spMkLst>
          </pc:spChg>
          <pc:spChg chg="mod">
            <ac:chgData name="Ogburn, Sarah E" userId="c40d2df0-46c9-4be9-b5a6-5c158e399904" providerId="ADAL" clId="{A8FE6916-F71F-41E8-9120-B715769B51CB}" dt="2024-05-22T21:36:20.427" v="5"/>
            <ac:spMkLst>
              <pc:docMk/>
              <pc:sldMasterMk cId="2170285806" sldId="2147483648"/>
              <pc:sldLayoutMk cId="1775753718" sldId="2147483653"/>
              <ac:spMk id="4" creationId="{AE1E61BD-BAB5-C3F7-B2E5-AFB498DF5DA6}"/>
            </ac:spMkLst>
          </pc:spChg>
          <pc:spChg chg="mod">
            <ac:chgData name="Ogburn, Sarah E" userId="c40d2df0-46c9-4be9-b5a6-5c158e399904" providerId="ADAL" clId="{A8FE6916-F71F-41E8-9120-B715769B51CB}" dt="2024-05-22T21:36:20.427" v="5"/>
            <ac:spMkLst>
              <pc:docMk/>
              <pc:sldMasterMk cId="2170285806" sldId="2147483648"/>
              <pc:sldLayoutMk cId="1775753718" sldId="2147483653"/>
              <ac:spMk id="5" creationId="{422201CE-830C-2A39-1F85-42A5B87AC1FB}"/>
            </ac:spMkLst>
          </pc:spChg>
          <pc:spChg chg="mod">
            <ac:chgData name="Ogburn, Sarah E" userId="c40d2df0-46c9-4be9-b5a6-5c158e399904" providerId="ADAL" clId="{A8FE6916-F71F-41E8-9120-B715769B51CB}" dt="2024-05-22T21:36:20.427" v="5"/>
            <ac:spMkLst>
              <pc:docMk/>
              <pc:sldMasterMk cId="2170285806" sldId="2147483648"/>
              <pc:sldLayoutMk cId="1775753718" sldId="2147483653"/>
              <ac:spMk id="6" creationId="{2390DDC2-3E68-0447-9613-4D7AE445ED1C}"/>
            </ac:spMkLst>
          </pc:spChg>
        </pc:sldLayoutChg>
        <pc:sldLayoutChg chg="modSp">
          <pc:chgData name="Ogburn, Sarah E" userId="c40d2df0-46c9-4be9-b5a6-5c158e399904" providerId="ADAL" clId="{A8FE6916-F71F-41E8-9120-B715769B51CB}" dt="2024-05-22T21:36:20.427" v="5"/>
          <pc:sldLayoutMkLst>
            <pc:docMk/>
            <pc:sldMasterMk cId="2170285806" sldId="2147483648"/>
            <pc:sldLayoutMk cId="517879258" sldId="2147483656"/>
          </pc:sldLayoutMkLst>
          <pc:spChg chg="mod">
            <ac:chgData name="Ogburn, Sarah E" userId="c40d2df0-46c9-4be9-b5a6-5c158e399904" providerId="ADAL" clId="{A8FE6916-F71F-41E8-9120-B715769B51CB}" dt="2024-05-22T21:36:20.427" v="5"/>
            <ac:spMkLst>
              <pc:docMk/>
              <pc:sldMasterMk cId="2170285806" sldId="2147483648"/>
              <pc:sldLayoutMk cId="517879258" sldId="2147483656"/>
              <ac:spMk id="2" creationId="{E0D375E0-A088-8A4C-AE26-5FDEA0648564}"/>
            </ac:spMkLst>
          </pc:spChg>
          <pc:spChg chg="mod">
            <ac:chgData name="Ogburn, Sarah E" userId="c40d2df0-46c9-4be9-b5a6-5c158e399904" providerId="ADAL" clId="{A8FE6916-F71F-41E8-9120-B715769B51CB}" dt="2024-05-22T21:36:20.427" v="5"/>
            <ac:spMkLst>
              <pc:docMk/>
              <pc:sldMasterMk cId="2170285806" sldId="2147483648"/>
              <pc:sldLayoutMk cId="517879258" sldId="2147483656"/>
              <ac:spMk id="3" creationId="{281C619B-4DBC-A34B-FD83-C0D3E0D57897}"/>
            </ac:spMkLst>
          </pc:spChg>
          <pc:spChg chg="mod">
            <ac:chgData name="Ogburn, Sarah E" userId="c40d2df0-46c9-4be9-b5a6-5c158e399904" providerId="ADAL" clId="{A8FE6916-F71F-41E8-9120-B715769B51CB}" dt="2024-05-22T21:36:20.427" v="5"/>
            <ac:spMkLst>
              <pc:docMk/>
              <pc:sldMasterMk cId="2170285806" sldId="2147483648"/>
              <pc:sldLayoutMk cId="517879258" sldId="2147483656"/>
              <ac:spMk id="4" creationId="{AD559189-DE59-9E39-ED69-B98CFA530E58}"/>
            </ac:spMkLst>
          </pc:spChg>
        </pc:sldLayoutChg>
        <pc:sldLayoutChg chg="modSp">
          <pc:chgData name="Ogburn, Sarah E" userId="c40d2df0-46c9-4be9-b5a6-5c158e399904" providerId="ADAL" clId="{A8FE6916-F71F-41E8-9120-B715769B51CB}" dt="2024-05-22T21:36:20.427" v="5"/>
          <pc:sldLayoutMkLst>
            <pc:docMk/>
            <pc:sldMasterMk cId="2170285806" sldId="2147483648"/>
            <pc:sldLayoutMk cId="3713183308" sldId="2147483657"/>
          </pc:sldLayoutMkLst>
          <pc:spChg chg="mod">
            <ac:chgData name="Ogburn, Sarah E" userId="c40d2df0-46c9-4be9-b5a6-5c158e399904" providerId="ADAL" clId="{A8FE6916-F71F-41E8-9120-B715769B51CB}" dt="2024-05-22T21:36:20.427" v="5"/>
            <ac:spMkLst>
              <pc:docMk/>
              <pc:sldMasterMk cId="2170285806" sldId="2147483648"/>
              <pc:sldLayoutMk cId="3713183308" sldId="2147483657"/>
              <ac:spMk id="2" creationId="{161E8273-0F7F-9C5F-A516-F2B76E2A8B85}"/>
            </ac:spMkLst>
          </pc:spChg>
          <pc:spChg chg="mod">
            <ac:chgData name="Ogburn, Sarah E" userId="c40d2df0-46c9-4be9-b5a6-5c158e399904" providerId="ADAL" clId="{A8FE6916-F71F-41E8-9120-B715769B51CB}" dt="2024-05-22T21:36:20.427" v="5"/>
            <ac:spMkLst>
              <pc:docMk/>
              <pc:sldMasterMk cId="2170285806" sldId="2147483648"/>
              <pc:sldLayoutMk cId="3713183308" sldId="2147483657"/>
              <ac:spMk id="3" creationId="{02C61672-DB9A-D8C0-4607-A33B56BFF50A}"/>
            </ac:spMkLst>
          </pc:spChg>
          <pc:spChg chg="mod">
            <ac:chgData name="Ogburn, Sarah E" userId="c40d2df0-46c9-4be9-b5a6-5c158e399904" providerId="ADAL" clId="{A8FE6916-F71F-41E8-9120-B715769B51CB}" dt="2024-05-22T21:36:20.427" v="5"/>
            <ac:spMkLst>
              <pc:docMk/>
              <pc:sldMasterMk cId="2170285806" sldId="2147483648"/>
              <pc:sldLayoutMk cId="3713183308" sldId="2147483657"/>
              <ac:spMk id="4" creationId="{AEE38B1C-FC92-EF12-67ED-324B314CDB5E}"/>
            </ac:spMkLst>
          </pc:spChg>
        </pc:sldLayoutChg>
        <pc:sldLayoutChg chg="modSp">
          <pc:chgData name="Ogburn, Sarah E" userId="c40d2df0-46c9-4be9-b5a6-5c158e399904" providerId="ADAL" clId="{A8FE6916-F71F-41E8-9120-B715769B51CB}" dt="2024-05-22T21:36:20.427" v="5"/>
          <pc:sldLayoutMkLst>
            <pc:docMk/>
            <pc:sldMasterMk cId="2170285806" sldId="2147483648"/>
            <pc:sldLayoutMk cId="2998359459" sldId="2147483659"/>
          </pc:sldLayoutMkLst>
          <pc:spChg chg="mod">
            <ac:chgData name="Ogburn, Sarah E" userId="c40d2df0-46c9-4be9-b5a6-5c158e399904" providerId="ADAL" clId="{A8FE6916-F71F-41E8-9120-B715769B51CB}" dt="2024-05-22T21:36:20.427" v="5"/>
            <ac:spMkLst>
              <pc:docMk/>
              <pc:sldMasterMk cId="2170285806" sldId="2147483648"/>
              <pc:sldLayoutMk cId="2998359459" sldId="2147483659"/>
              <ac:spMk id="2" creationId="{925C6858-E8A9-521B-5210-8B8668C72C56}"/>
            </ac:spMkLst>
          </pc:spChg>
          <pc:spChg chg="mod">
            <ac:chgData name="Ogburn, Sarah E" userId="c40d2df0-46c9-4be9-b5a6-5c158e399904" providerId="ADAL" clId="{A8FE6916-F71F-41E8-9120-B715769B51CB}" dt="2024-05-22T21:36:20.427" v="5"/>
            <ac:spMkLst>
              <pc:docMk/>
              <pc:sldMasterMk cId="2170285806" sldId="2147483648"/>
              <pc:sldLayoutMk cId="2998359459" sldId="2147483659"/>
              <ac:spMk id="3" creationId="{99AA1826-07EE-A95B-9A6A-CDAFFF340F64}"/>
            </ac:spMkLst>
          </pc:spChg>
        </pc:sldLayoutChg>
      </pc:sldMasterChg>
      <pc:sldMasterChg chg="modSp modSldLayout">
        <pc:chgData name="Ogburn, Sarah E" userId="c40d2df0-46c9-4be9-b5a6-5c158e399904" providerId="ADAL" clId="{A8FE6916-F71F-41E8-9120-B715769B51CB}" dt="2024-05-22T22:54:02.966" v="11"/>
        <pc:sldMasterMkLst>
          <pc:docMk/>
          <pc:sldMasterMk cId="2865752903" sldId="2147483660"/>
        </pc:sldMasterMkLst>
        <pc:spChg chg="mod">
          <ac:chgData name="Ogburn, Sarah E" userId="c40d2df0-46c9-4be9-b5a6-5c158e399904" providerId="ADAL" clId="{A8FE6916-F71F-41E8-9120-B715769B51CB}" dt="2024-05-22T22:54:02.966" v="11"/>
          <ac:spMkLst>
            <pc:docMk/>
            <pc:sldMasterMk cId="2865752903" sldId="2147483660"/>
            <ac:spMk id="2" creationId="{00000000-0000-0000-0000-000000000000}"/>
          </ac:spMkLst>
        </pc:spChg>
        <pc:spChg chg="mod">
          <ac:chgData name="Ogburn, Sarah E" userId="c40d2df0-46c9-4be9-b5a6-5c158e399904" providerId="ADAL" clId="{A8FE6916-F71F-41E8-9120-B715769B51CB}" dt="2024-05-22T22:54:02.966" v="11"/>
          <ac:spMkLst>
            <pc:docMk/>
            <pc:sldMasterMk cId="2865752903" sldId="2147483660"/>
            <ac:spMk id="3" creationId="{00000000-0000-0000-0000-000000000000}"/>
          </ac:spMkLst>
        </pc:spChg>
        <pc:spChg chg="mod">
          <ac:chgData name="Ogburn, Sarah E" userId="c40d2df0-46c9-4be9-b5a6-5c158e399904" providerId="ADAL" clId="{A8FE6916-F71F-41E8-9120-B715769B51CB}" dt="2024-05-22T22:54:02.966" v="11"/>
          <ac:spMkLst>
            <pc:docMk/>
            <pc:sldMasterMk cId="2865752903" sldId="2147483660"/>
            <ac:spMk id="4" creationId="{00000000-0000-0000-0000-000000000000}"/>
          </ac:spMkLst>
        </pc:spChg>
        <pc:spChg chg="mod">
          <ac:chgData name="Ogburn, Sarah E" userId="c40d2df0-46c9-4be9-b5a6-5c158e399904" providerId="ADAL" clId="{A8FE6916-F71F-41E8-9120-B715769B51CB}" dt="2024-05-22T22:54:02.966" v="11"/>
          <ac:spMkLst>
            <pc:docMk/>
            <pc:sldMasterMk cId="2865752903" sldId="2147483660"/>
            <ac:spMk id="5" creationId="{00000000-0000-0000-0000-000000000000}"/>
          </ac:spMkLst>
        </pc:spChg>
        <pc:spChg chg="mod">
          <ac:chgData name="Ogburn, Sarah E" userId="c40d2df0-46c9-4be9-b5a6-5c158e399904" providerId="ADAL" clId="{A8FE6916-F71F-41E8-9120-B715769B51CB}" dt="2024-05-22T22:54:02.966" v="11"/>
          <ac:spMkLst>
            <pc:docMk/>
            <pc:sldMasterMk cId="2865752903" sldId="2147483660"/>
            <ac:spMk id="6" creationId="{00000000-0000-0000-0000-000000000000}"/>
          </ac:spMkLst>
        </pc:spChg>
        <pc:sldLayoutChg chg="modSp">
          <pc:chgData name="Ogburn, Sarah E" userId="c40d2df0-46c9-4be9-b5a6-5c158e399904" providerId="ADAL" clId="{A8FE6916-F71F-41E8-9120-B715769B51CB}" dt="2024-05-22T22:54:02.966" v="11"/>
          <pc:sldLayoutMkLst>
            <pc:docMk/>
            <pc:sldMasterMk cId="2865752903" sldId="2147483660"/>
            <pc:sldLayoutMk cId="1555645813" sldId="2147483661"/>
          </pc:sldLayoutMkLst>
          <pc:spChg chg="mod">
            <ac:chgData name="Ogburn, Sarah E" userId="c40d2df0-46c9-4be9-b5a6-5c158e399904" providerId="ADAL" clId="{A8FE6916-F71F-41E8-9120-B715769B51CB}" dt="2024-05-22T22:54:02.966" v="11"/>
            <ac:spMkLst>
              <pc:docMk/>
              <pc:sldMasterMk cId="2865752903" sldId="2147483660"/>
              <pc:sldLayoutMk cId="1555645813" sldId="2147483661"/>
              <ac:spMk id="2" creationId="{00000000-0000-0000-0000-000000000000}"/>
            </ac:spMkLst>
          </pc:spChg>
          <pc:spChg chg="mod">
            <ac:chgData name="Ogburn, Sarah E" userId="c40d2df0-46c9-4be9-b5a6-5c158e399904" providerId="ADAL" clId="{A8FE6916-F71F-41E8-9120-B715769B51CB}" dt="2024-05-22T22:54:02.966" v="11"/>
            <ac:spMkLst>
              <pc:docMk/>
              <pc:sldMasterMk cId="2865752903" sldId="2147483660"/>
              <pc:sldLayoutMk cId="1555645813" sldId="2147483661"/>
              <ac:spMk id="3" creationId="{00000000-0000-0000-0000-000000000000}"/>
            </ac:spMkLst>
          </pc:spChg>
        </pc:sldLayoutChg>
        <pc:sldLayoutChg chg="modSp">
          <pc:chgData name="Ogburn, Sarah E" userId="c40d2df0-46c9-4be9-b5a6-5c158e399904" providerId="ADAL" clId="{A8FE6916-F71F-41E8-9120-B715769B51CB}" dt="2024-05-22T22:54:02.966" v="11"/>
          <pc:sldLayoutMkLst>
            <pc:docMk/>
            <pc:sldMasterMk cId="2865752903" sldId="2147483660"/>
            <pc:sldLayoutMk cId="1514024838" sldId="2147483663"/>
          </pc:sldLayoutMkLst>
          <pc:spChg chg="mod">
            <ac:chgData name="Ogburn, Sarah E" userId="c40d2df0-46c9-4be9-b5a6-5c158e399904" providerId="ADAL" clId="{A8FE6916-F71F-41E8-9120-B715769B51CB}" dt="2024-05-22T22:54:02.966" v="11"/>
            <ac:spMkLst>
              <pc:docMk/>
              <pc:sldMasterMk cId="2865752903" sldId="2147483660"/>
              <pc:sldLayoutMk cId="1514024838" sldId="2147483663"/>
              <ac:spMk id="2" creationId="{00000000-0000-0000-0000-000000000000}"/>
            </ac:spMkLst>
          </pc:spChg>
          <pc:spChg chg="mod">
            <ac:chgData name="Ogburn, Sarah E" userId="c40d2df0-46c9-4be9-b5a6-5c158e399904" providerId="ADAL" clId="{A8FE6916-F71F-41E8-9120-B715769B51CB}" dt="2024-05-22T22:54:02.966" v="11"/>
            <ac:spMkLst>
              <pc:docMk/>
              <pc:sldMasterMk cId="2865752903" sldId="2147483660"/>
              <pc:sldLayoutMk cId="1514024838" sldId="2147483663"/>
              <ac:spMk id="3" creationId="{00000000-0000-0000-0000-000000000000}"/>
            </ac:spMkLst>
          </pc:spChg>
        </pc:sldLayoutChg>
        <pc:sldLayoutChg chg="modSp">
          <pc:chgData name="Ogburn, Sarah E" userId="c40d2df0-46c9-4be9-b5a6-5c158e399904" providerId="ADAL" clId="{A8FE6916-F71F-41E8-9120-B715769B51CB}" dt="2024-05-22T22:54:02.966" v="11"/>
          <pc:sldLayoutMkLst>
            <pc:docMk/>
            <pc:sldMasterMk cId="2865752903" sldId="2147483660"/>
            <pc:sldLayoutMk cId="2798102647" sldId="2147483664"/>
          </pc:sldLayoutMkLst>
          <pc:spChg chg="mod">
            <ac:chgData name="Ogburn, Sarah E" userId="c40d2df0-46c9-4be9-b5a6-5c158e399904" providerId="ADAL" clId="{A8FE6916-F71F-41E8-9120-B715769B51CB}" dt="2024-05-22T22:54:02.966" v="11"/>
            <ac:spMkLst>
              <pc:docMk/>
              <pc:sldMasterMk cId="2865752903" sldId="2147483660"/>
              <pc:sldLayoutMk cId="2798102647" sldId="2147483664"/>
              <ac:spMk id="3" creationId="{00000000-0000-0000-0000-000000000000}"/>
            </ac:spMkLst>
          </pc:spChg>
          <pc:spChg chg="mod">
            <ac:chgData name="Ogburn, Sarah E" userId="c40d2df0-46c9-4be9-b5a6-5c158e399904" providerId="ADAL" clId="{A8FE6916-F71F-41E8-9120-B715769B51CB}" dt="2024-05-22T22:54:02.966" v="11"/>
            <ac:spMkLst>
              <pc:docMk/>
              <pc:sldMasterMk cId="2865752903" sldId="2147483660"/>
              <pc:sldLayoutMk cId="2798102647" sldId="2147483664"/>
              <ac:spMk id="4" creationId="{00000000-0000-0000-0000-000000000000}"/>
            </ac:spMkLst>
          </pc:spChg>
        </pc:sldLayoutChg>
        <pc:sldLayoutChg chg="modSp">
          <pc:chgData name="Ogburn, Sarah E" userId="c40d2df0-46c9-4be9-b5a6-5c158e399904" providerId="ADAL" clId="{A8FE6916-F71F-41E8-9120-B715769B51CB}" dt="2024-05-22T22:54:02.966" v="11"/>
          <pc:sldLayoutMkLst>
            <pc:docMk/>
            <pc:sldMasterMk cId="2865752903" sldId="2147483660"/>
            <pc:sldLayoutMk cId="2348251518" sldId="2147483665"/>
          </pc:sldLayoutMkLst>
          <pc:spChg chg="mod">
            <ac:chgData name="Ogburn, Sarah E" userId="c40d2df0-46c9-4be9-b5a6-5c158e399904" providerId="ADAL" clId="{A8FE6916-F71F-41E8-9120-B715769B51CB}" dt="2024-05-22T22:54:02.966" v="11"/>
            <ac:spMkLst>
              <pc:docMk/>
              <pc:sldMasterMk cId="2865752903" sldId="2147483660"/>
              <pc:sldLayoutMk cId="2348251518" sldId="2147483665"/>
              <ac:spMk id="2" creationId="{00000000-0000-0000-0000-000000000000}"/>
            </ac:spMkLst>
          </pc:spChg>
          <pc:spChg chg="mod">
            <ac:chgData name="Ogburn, Sarah E" userId="c40d2df0-46c9-4be9-b5a6-5c158e399904" providerId="ADAL" clId="{A8FE6916-F71F-41E8-9120-B715769B51CB}" dt="2024-05-22T22:54:02.966" v="11"/>
            <ac:spMkLst>
              <pc:docMk/>
              <pc:sldMasterMk cId="2865752903" sldId="2147483660"/>
              <pc:sldLayoutMk cId="2348251518" sldId="2147483665"/>
              <ac:spMk id="3" creationId="{00000000-0000-0000-0000-000000000000}"/>
            </ac:spMkLst>
          </pc:spChg>
          <pc:spChg chg="mod">
            <ac:chgData name="Ogburn, Sarah E" userId="c40d2df0-46c9-4be9-b5a6-5c158e399904" providerId="ADAL" clId="{A8FE6916-F71F-41E8-9120-B715769B51CB}" dt="2024-05-22T22:54:02.966" v="11"/>
            <ac:spMkLst>
              <pc:docMk/>
              <pc:sldMasterMk cId="2865752903" sldId="2147483660"/>
              <pc:sldLayoutMk cId="2348251518" sldId="2147483665"/>
              <ac:spMk id="4" creationId="{00000000-0000-0000-0000-000000000000}"/>
            </ac:spMkLst>
          </pc:spChg>
          <pc:spChg chg="mod">
            <ac:chgData name="Ogburn, Sarah E" userId="c40d2df0-46c9-4be9-b5a6-5c158e399904" providerId="ADAL" clId="{A8FE6916-F71F-41E8-9120-B715769B51CB}" dt="2024-05-22T22:54:02.966" v="11"/>
            <ac:spMkLst>
              <pc:docMk/>
              <pc:sldMasterMk cId="2865752903" sldId="2147483660"/>
              <pc:sldLayoutMk cId="2348251518" sldId="2147483665"/>
              <ac:spMk id="5" creationId="{00000000-0000-0000-0000-000000000000}"/>
            </ac:spMkLst>
          </pc:spChg>
          <pc:spChg chg="mod">
            <ac:chgData name="Ogburn, Sarah E" userId="c40d2df0-46c9-4be9-b5a6-5c158e399904" providerId="ADAL" clId="{A8FE6916-F71F-41E8-9120-B715769B51CB}" dt="2024-05-22T22:54:02.966" v="11"/>
            <ac:spMkLst>
              <pc:docMk/>
              <pc:sldMasterMk cId="2865752903" sldId="2147483660"/>
              <pc:sldLayoutMk cId="2348251518" sldId="2147483665"/>
              <ac:spMk id="6" creationId="{00000000-0000-0000-0000-000000000000}"/>
            </ac:spMkLst>
          </pc:spChg>
        </pc:sldLayoutChg>
        <pc:sldLayoutChg chg="modSp">
          <pc:chgData name="Ogburn, Sarah E" userId="c40d2df0-46c9-4be9-b5a6-5c158e399904" providerId="ADAL" clId="{A8FE6916-F71F-41E8-9120-B715769B51CB}" dt="2024-05-22T22:54:02.966" v="11"/>
          <pc:sldLayoutMkLst>
            <pc:docMk/>
            <pc:sldMasterMk cId="2865752903" sldId="2147483660"/>
            <pc:sldLayoutMk cId="3825914610" sldId="2147483668"/>
          </pc:sldLayoutMkLst>
          <pc:spChg chg="mod">
            <ac:chgData name="Ogburn, Sarah E" userId="c40d2df0-46c9-4be9-b5a6-5c158e399904" providerId="ADAL" clId="{A8FE6916-F71F-41E8-9120-B715769B51CB}" dt="2024-05-22T22:54:02.966" v="11"/>
            <ac:spMkLst>
              <pc:docMk/>
              <pc:sldMasterMk cId="2865752903" sldId="2147483660"/>
              <pc:sldLayoutMk cId="3825914610" sldId="2147483668"/>
              <ac:spMk id="2" creationId="{00000000-0000-0000-0000-000000000000}"/>
            </ac:spMkLst>
          </pc:spChg>
          <pc:spChg chg="mod">
            <ac:chgData name="Ogburn, Sarah E" userId="c40d2df0-46c9-4be9-b5a6-5c158e399904" providerId="ADAL" clId="{A8FE6916-F71F-41E8-9120-B715769B51CB}" dt="2024-05-22T22:54:02.966" v="11"/>
            <ac:spMkLst>
              <pc:docMk/>
              <pc:sldMasterMk cId="2865752903" sldId="2147483660"/>
              <pc:sldLayoutMk cId="3825914610" sldId="2147483668"/>
              <ac:spMk id="3" creationId="{00000000-0000-0000-0000-000000000000}"/>
            </ac:spMkLst>
          </pc:spChg>
          <pc:spChg chg="mod">
            <ac:chgData name="Ogburn, Sarah E" userId="c40d2df0-46c9-4be9-b5a6-5c158e399904" providerId="ADAL" clId="{A8FE6916-F71F-41E8-9120-B715769B51CB}" dt="2024-05-22T22:54:02.966" v="11"/>
            <ac:spMkLst>
              <pc:docMk/>
              <pc:sldMasterMk cId="2865752903" sldId="2147483660"/>
              <pc:sldLayoutMk cId="3825914610" sldId="2147483668"/>
              <ac:spMk id="4" creationId="{00000000-0000-0000-0000-000000000000}"/>
            </ac:spMkLst>
          </pc:spChg>
        </pc:sldLayoutChg>
        <pc:sldLayoutChg chg="modSp">
          <pc:chgData name="Ogburn, Sarah E" userId="c40d2df0-46c9-4be9-b5a6-5c158e399904" providerId="ADAL" clId="{A8FE6916-F71F-41E8-9120-B715769B51CB}" dt="2024-05-22T22:54:02.966" v="11"/>
          <pc:sldLayoutMkLst>
            <pc:docMk/>
            <pc:sldMasterMk cId="2865752903" sldId="2147483660"/>
            <pc:sldLayoutMk cId="3925625728" sldId="2147483669"/>
          </pc:sldLayoutMkLst>
          <pc:spChg chg="mod">
            <ac:chgData name="Ogburn, Sarah E" userId="c40d2df0-46c9-4be9-b5a6-5c158e399904" providerId="ADAL" clId="{A8FE6916-F71F-41E8-9120-B715769B51CB}" dt="2024-05-22T22:54:02.966" v="11"/>
            <ac:spMkLst>
              <pc:docMk/>
              <pc:sldMasterMk cId="2865752903" sldId="2147483660"/>
              <pc:sldLayoutMk cId="3925625728" sldId="2147483669"/>
              <ac:spMk id="2" creationId="{00000000-0000-0000-0000-000000000000}"/>
            </ac:spMkLst>
          </pc:spChg>
          <pc:spChg chg="mod">
            <ac:chgData name="Ogburn, Sarah E" userId="c40d2df0-46c9-4be9-b5a6-5c158e399904" providerId="ADAL" clId="{A8FE6916-F71F-41E8-9120-B715769B51CB}" dt="2024-05-22T22:54:02.966" v="11"/>
            <ac:spMkLst>
              <pc:docMk/>
              <pc:sldMasterMk cId="2865752903" sldId="2147483660"/>
              <pc:sldLayoutMk cId="3925625728" sldId="2147483669"/>
              <ac:spMk id="3" creationId="{00000000-0000-0000-0000-000000000000}"/>
            </ac:spMkLst>
          </pc:spChg>
          <pc:spChg chg="mod">
            <ac:chgData name="Ogburn, Sarah E" userId="c40d2df0-46c9-4be9-b5a6-5c158e399904" providerId="ADAL" clId="{A8FE6916-F71F-41E8-9120-B715769B51CB}" dt="2024-05-22T22:54:02.966" v="11"/>
            <ac:spMkLst>
              <pc:docMk/>
              <pc:sldMasterMk cId="2865752903" sldId="2147483660"/>
              <pc:sldLayoutMk cId="3925625728" sldId="2147483669"/>
              <ac:spMk id="4" creationId="{00000000-0000-0000-0000-000000000000}"/>
            </ac:spMkLst>
          </pc:spChg>
        </pc:sldLayoutChg>
        <pc:sldLayoutChg chg="modSp">
          <pc:chgData name="Ogburn, Sarah E" userId="c40d2df0-46c9-4be9-b5a6-5c158e399904" providerId="ADAL" clId="{A8FE6916-F71F-41E8-9120-B715769B51CB}" dt="2024-05-22T22:54:02.966" v="11"/>
          <pc:sldLayoutMkLst>
            <pc:docMk/>
            <pc:sldMasterMk cId="2865752903" sldId="2147483660"/>
            <pc:sldLayoutMk cId="4111002002" sldId="2147483671"/>
          </pc:sldLayoutMkLst>
          <pc:spChg chg="mod">
            <ac:chgData name="Ogburn, Sarah E" userId="c40d2df0-46c9-4be9-b5a6-5c158e399904" providerId="ADAL" clId="{A8FE6916-F71F-41E8-9120-B715769B51CB}" dt="2024-05-22T22:54:02.966" v="11"/>
            <ac:spMkLst>
              <pc:docMk/>
              <pc:sldMasterMk cId="2865752903" sldId="2147483660"/>
              <pc:sldLayoutMk cId="4111002002" sldId="2147483671"/>
              <ac:spMk id="2" creationId="{00000000-0000-0000-0000-000000000000}"/>
            </ac:spMkLst>
          </pc:spChg>
          <pc:spChg chg="mod">
            <ac:chgData name="Ogburn, Sarah E" userId="c40d2df0-46c9-4be9-b5a6-5c158e399904" providerId="ADAL" clId="{A8FE6916-F71F-41E8-9120-B715769B51CB}" dt="2024-05-22T22:54:02.966" v="11"/>
            <ac:spMkLst>
              <pc:docMk/>
              <pc:sldMasterMk cId="2865752903" sldId="2147483660"/>
              <pc:sldLayoutMk cId="4111002002" sldId="2147483671"/>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46E464-1BFD-466C-9901-98CE44D6904D}" type="datetimeFigureOut">
              <a:rPr lang="en-US" smtClean="0"/>
              <a:t>6/13/2024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A2A9D2-25BA-4D6C-A0A3-833546FFBE0C}" type="slidenum">
              <a:rPr lang="en-US" smtClean="0"/>
              <a:t>‹#›</a:t>
            </a:fld>
            <a:endParaRPr lang="en-US"/>
          </a:p>
        </p:txBody>
      </p:sp>
    </p:spTree>
    <p:extLst>
      <p:ext uri="{BB962C8B-B14F-4D97-AF65-F5344CB8AC3E}">
        <p14:creationId xmlns:p14="http://schemas.microsoft.com/office/powerpoint/2010/main" val="1960318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Not a flat earth.  Project reality onto a plane.  There are many ways to do this.  And none is close to perfect.</a:t>
            </a:r>
          </a:p>
          <a:p>
            <a:endParaRPr lang="en-US" dirty="0"/>
          </a:p>
          <a:p>
            <a:r>
              <a:rPr lang="en-US" dirty="0"/>
              <a:t>Polar coordinates to linear coordinates is complex math.  Flattening can be achieved by sacrificing one or more:</a:t>
            </a:r>
          </a:p>
          <a:p>
            <a:r>
              <a:rPr lang="en-US" dirty="0"/>
              <a:t>Angular direction, area, distance, shape </a:t>
            </a:r>
          </a:p>
        </p:txBody>
      </p:sp>
      <p:sp>
        <p:nvSpPr>
          <p:cNvPr id="4" name="Slide Number Placeholder 3"/>
          <p:cNvSpPr>
            <a:spLocks noGrp="1"/>
          </p:cNvSpPr>
          <p:nvPr>
            <p:ph type="sldNum" sz="quarter" idx="5"/>
          </p:nvPr>
        </p:nvSpPr>
        <p:spPr/>
        <p:txBody>
          <a:bodyPr/>
          <a:lstStyle/>
          <a:p>
            <a:fld id="{CBCF3AC9-55C7-423C-BC10-1600632A04C7}" type="slidenum">
              <a:rPr lang="en-US" smtClean="0"/>
              <a:t>7</a:t>
            </a:fld>
            <a:endParaRPr lang="en-US"/>
          </a:p>
        </p:txBody>
      </p:sp>
    </p:spTree>
    <p:extLst>
      <p:ext uri="{BB962C8B-B14F-4D97-AF65-F5344CB8AC3E}">
        <p14:creationId xmlns:p14="http://schemas.microsoft.com/office/powerpoint/2010/main" val="2579551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And those projections assume a spheroid or an ellipsoid.  When we know there are places on earth that are above and below sea level – the Tibetan Plateau, Mauna Kea.  And sea level is also in flux.  When you shrink down from global projections to a local projection that is tied to a local datum so that your local areas, distances, vectors are more accurate, there are even more mathematical ways to compute coordinate systems with datums.  For the rest of this class, we are only going to work with Transverse Mercator and WGS84 datum.  It’s not necessarily the best, but it works well as a standard when you’re looking at all the volcanoes around the world.</a:t>
            </a:r>
          </a:p>
        </p:txBody>
      </p:sp>
      <p:sp>
        <p:nvSpPr>
          <p:cNvPr id="4" name="Slide Number Placeholder 3"/>
          <p:cNvSpPr>
            <a:spLocks noGrp="1"/>
          </p:cNvSpPr>
          <p:nvPr>
            <p:ph type="sldNum" sz="quarter" idx="5"/>
          </p:nvPr>
        </p:nvSpPr>
        <p:spPr/>
        <p:txBody>
          <a:bodyPr/>
          <a:lstStyle/>
          <a:p>
            <a:fld id="{CBCF3AC9-55C7-423C-BC10-1600632A04C7}" type="slidenum">
              <a:rPr lang="en-US" smtClean="0"/>
              <a:t>8</a:t>
            </a:fld>
            <a:endParaRPr lang="en-US"/>
          </a:p>
        </p:txBody>
      </p:sp>
    </p:spTree>
    <p:extLst>
      <p:ext uri="{BB962C8B-B14F-4D97-AF65-F5344CB8AC3E}">
        <p14:creationId xmlns:p14="http://schemas.microsoft.com/office/powerpoint/2010/main" val="9325094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D33DCD9-59F7-483B-9AC9-4417F8B85014}" type="datetimeFigureOut">
              <a:rPr lang="en-US" smtClean="0"/>
              <a:t>6/13/2024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39452A-455C-4B19-832A-8FE4275E7DF3}" type="slidenum">
              <a:rPr lang="en-US" smtClean="0"/>
              <a:t>‹#›</a:t>
            </a:fld>
            <a:endParaRPr lang="en-US"/>
          </a:p>
        </p:txBody>
      </p:sp>
    </p:spTree>
    <p:extLst>
      <p:ext uri="{BB962C8B-B14F-4D97-AF65-F5344CB8AC3E}">
        <p14:creationId xmlns:p14="http://schemas.microsoft.com/office/powerpoint/2010/main" val="1555645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33DCD9-59F7-483B-9AC9-4417F8B85014}" type="datetimeFigureOut">
              <a:rPr lang="en-US" smtClean="0"/>
              <a:t>6/13/2024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39452A-455C-4B19-832A-8FE4275E7DF3}" type="slidenum">
              <a:rPr lang="en-US" smtClean="0"/>
              <a:t>‹#›</a:t>
            </a:fld>
            <a:endParaRPr lang="en-US"/>
          </a:p>
        </p:txBody>
      </p:sp>
    </p:spTree>
    <p:extLst>
      <p:ext uri="{BB962C8B-B14F-4D97-AF65-F5344CB8AC3E}">
        <p14:creationId xmlns:p14="http://schemas.microsoft.com/office/powerpoint/2010/main" val="2592022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33DCD9-59F7-483B-9AC9-4417F8B85014}" type="datetimeFigureOut">
              <a:rPr lang="en-US" smtClean="0"/>
              <a:t>6/13/2024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39452A-455C-4B19-832A-8FE4275E7DF3}" type="slidenum">
              <a:rPr lang="en-US" smtClean="0"/>
              <a:t>‹#›</a:t>
            </a:fld>
            <a:endParaRPr lang="en-US"/>
          </a:p>
        </p:txBody>
      </p:sp>
    </p:spTree>
    <p:extLst>
      <p:ext uri="{BB962C8B-B14F-4D97-AF65-F5344CB8AC3E}">
        <p14:creationId xmlns:p14="http://schemas.microsoft.com/office/powerpoint/2010/main" val="1514024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D33DCD9-59F7-483B-9AC9-4417F8B85014}" type="datetimeFigureOut">
              <a:rPr lang="en-US" smtClean="0"/>
              <a:t>6/13/2024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39452A-455C-4B19-832A-8FE4275E7DF3}" type="slidenum">
              <a:rPr lang="en-US" smtClean="0"/>
              <a:t>‹#›</a:t>
            </a:fld>
            <a:endParaRPr lang="en-US"/>
          </a:p>
        </p:txBody>
      </p:sp>
    </p:spTree>
    <p:extLst>
      <p:ext uri="{BB962C8B-B14F-4D97-AF65-F5344CB8AC3E}">
        <p14:creationId xmlns:p14="http://schemas.microsoft.com/office/powerpoint/2010/main" val="27981026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D33DCD9-59F7-483B-9AC9-4417F8B85014}" type="datetimeFigureOut">
              <a:rPr lang="en-US" smtClean="0"/>
              <a:t>6/13/2024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39452A-455C-4B19-832A-8FE4275E7DF3}" type="slidenum">
              <a:rPr lang="en-US" smtClean="0"/>
              <a:t>‹#›</a:t>
            </a:fld>
            <a:endParaRPr lang="en-US"/>
          </a:p>
        </p:txBody>
      </p:sp>
    </p:spTree>
    <p:extLst>
      <p:ext uri="{BB962C8B-B14F-4D97-AF65-F5344CB8AC3E}">
        <p14:creationId xmlns:p14="http://schemas.microsoft.com/office/powerpoint/2010/main" val="23482515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D33DCD9-59F7-483B-9AC9-4417F8B85014}" type="datetimeFigureOut">
              <a:rPr lang="en-US" smtClean="0"/>
              <a:t>6/13/2024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39452A-455C-4B19-832A-8FE4275E7DF3}" type="slidenum">
              <a:rPr lang="en-US" smtClean="0"/>
              <a:t>‹#›</a:t>
            </a:fld>
            <a:endParaRPr lang="en-US"/>
          </a:p>
        </p:txBody>
      </p:sp>
    </p:spTree>
    <p:extLst>
      <p:ext uri="{BB962C8B-B14F-4D97-AF65-F5344CB8AC3E}">
        <p14:creationId xmlns:p14="http://schemas.microsoft.com/office/powerpoint/2010/main" val="27911977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33DCD9-59F7-483B-9AC9-4417F8B85014}" type="datetimeFigureOut">
              <a:rPr lang="en-US" smtClean="0"/>
              <a:t>6/13/2024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39452A-455C-4B19-832A-8FE4275E7DF3}" type="slidenum">
              <a:rPr lang="en-US" smtClean="0"/>
              <a:t>‹#›</a:t>
            </a:fld>
            <a:endParaRPr lang="en-US"/>
          </a:p>
        </p:txBody>
      </p:sp>
    </p:spTree>
    <p:extLst>
      <p:ext uri="{BB962C8B-B14F-4D97-AF65-F5344CB8AC3E}">
        <p14:creationId xmlns:p14="http://schemas.microsoft.com/office/powerpoint/2010/main" val="1823611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D33DCD9-59F7-483B-9AC9-4417F8B85014}" type="datetimeFigureOut">
              <a:rPr lang="en-US" smtClean="0"/>
              <a:t>6/13/2024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39452A-455C-4B19-832A-8FE4275E7DF3}" type="slidenum">
              <a:rPr lang="en-US" smtClean="0"/>
              <a:t>‹#›</a:t>
            </a:fld>
            <a:endParaRPr lang="en-US"/>
          </a:p>
        </p:txBody>
      </p:sp>
    </p:spTree>
    <p:extLst>
      <p:ext uri="{BB962C8B-B14F-4D97-AF65-F5344CB8AC3E}">
        <p14:creationId xmlns:p14="http://schemas.microsoft.com/office/powerpoint/2010/main" val="3825914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D33DCD9-59F7-483B-9AC9-4417F8B85014}" type="datetimeFigureOut">
              <a:rPr lang="en-US" smtClean="0"/>
              <a:t>6/13/2024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39452A-455C-4B19-832A-8FE4275E7DF3}" type="slidenum">
              <a:rPr lang="en-US" smtClean="0"/>
              <a:t>‹#›</a:t>
            </a:fld>
            <a:endParaRPr lang="en-US"/>
          </a:p>
        </p:txBody>
      </p:sp>
    </p:spTree>
    <p:extLst>
      <p:ext uri="{BB962C8B-B14F-4D97-AF65-F5344CB8AC3E}">
        <p14:creationId xmlns:p14="http://schemas.microsoft.com/office/powerpoint/2010/main" val="39256257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33DCD9-59F7-483B-9AC9-4417F8B85014}" type="datetimeFigureOut">
              <a:rPr lang="en-US" smtClean="0"/>
              <a:t>6/13/2024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39452A-455C-4B19-832A-8FE4275E7DF3}" type="slidenum">
              <a:rPr lang="en-US" smtClean="0"/>
              <a:t>‹#›</a:t>
            </a:fld>
            <a:endParaRPr lang="en-US"/>
          </a:p>
        </p:txBody>
      </p:sp>
    </p:spTree>
    <p:extLst>
      <p:ext uri="{BB962C8B-B14F-4D97-AF65-F5344CB8AC3E}">
        <p14:creationId xmlns:p14="http://schemas.microsoft.com/office/powerpoint/2010/main" val="1471353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33DCD9-59F7-483B-9AC9-4417F8B85014}" type="datetimeFigureOut">
              <a:rPr lang="en-US" smtClean="0"/>
              <a:t>6/13/2024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39452A-455C-4B19-832A-8FE4275E7DF3}" type="slidenum">
              <a:rPr lang="en-US" smtClean="0"/>
              <a:t>‹#›</a:t>
            </a:fld>
            <a:endParaRPr lang="en-US"/>
          </a:p>
        </p:txBody>
      </p:sp>
    </p:spTree>
    <p:extLst>
      <p:ext uri="{BB962C8B-B14F-4D97-AF65-F5344CB8AC3E}">
        <p14:creationId xmlns:p14="http://schemas.microsoft.com/office/powerpoint/2010/main" val="4111002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33DCD9-59F7-483B-9AC9-4417F8B85014}" type="datetimeFigureOut">
              <a:rPr lang="en-US" smtClean="0"/>
              <a:t>6/13/2024</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39452A-455C-4B19-832A-8FE4275E7DF3}" type="slidenum">
              <a:rPr lang="en-US" smtClean="0"/>
              <a:t>‹#›</a:t>
            </a:fld>
            <a:endParaRPr lang="en-US"/>
          </a:p>
        </p:txBody>
      </p:sp>
    </p:spTree>
    <p:extLst>
      <p:ext uri="{BB962C8B-B14F-4D97-AF65-F5344CB8AC3E}">
        <p14:creationId xmlns:p14="http://schemas.microsoft.com/office/powerpoint/2010/main" val="28657529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5.xml"/><Relationship Id="rId6" Type="http://schemas.openxmlformats.org/officeDocument/2006/relationships/image" Target="../media/image7.tiff"/><Relationship Id="rId5" Type="http://schemas.openxmlformats.org/officeDocument/2006/relationships/image" Target="../media/image6.tiff"/><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5.xml"/><Relationship Id="rId6" Type="http://schemas.openxmlformats.org/officeDocument/2006/relationships/image" Target="../media/image7.tiff"/><Relationship Id="rId5" Type="http://schemas.openxmlformats.org/officeDocument/2006/relationships/image" Target="../media/image6.tiff"/><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6.tiff"/><Relationship Id="rId3" Type="http://schemas.openxmlformats.org/officeDocument/2006/relationships/image" Target="../media/image9.png"/><Relationship Id="rId7"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jpg"/><Relationship Id="rId9" Type="http://schemas.openxmlformats.org/officeDocument/2006/relationships/image" Target="../media/image7.tiff"/></Relationships>
</file>

<file path=ppt/slides/_rels/slide6.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tiff"/></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tiff"/><Relationship Id="rId5" Type="http://schemas.openxmlformats.org/officeDocument/2006/relationships/image" Target="../media/image6.tiff"/><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jpg"/></Relationships>
</file>

<file path=ppt/slides/_rels/slide9.xml.rels><?xml version="1.0" encoding="UTF-8" standalone="yes"?>
<Relationships xmlns="http://schemas.openxmlformats.org/package/2006/relationships"><Relationship Id="rId3" Type="http://schemas.openxmlformats.org/officeDocument/2006/relationships/hyperlink" Target="https://hub.arcgis.com/datasets/esri::world-utm-grid/explore?location" TargetMode="External"/><Relationship Id="rId2" Type="http://schemas.openxmlformats.org/officeDocument/2006/relationships/image" Target="../media/image17.jpe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7.tiff"/><Relationship Id="rId5" Type="http://schemas.openxmlformats.org/officeDocument/2006/relationships/image" Target="../media/image6.tiff"/><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4.jpeg"/><Relationship Id="rId1" Type="http://schemas.openxmlformats.org/officeDocument/2006/relationships/slideLayout" Target="../slideLayouts/slideLayout2.xml"/><Relationship Id="rId5" Type="http://schemas.openxmlformats.org/officeDocument/2006/relationships/image" Target="../media/image7.tiff"/><Relationship Id="rId4" Type="http://schemas.openxmlformats.org/officeDocument/2006/relationships/image" Target="../media/image6.tiff"/></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5.jpeg"/><Relationship Id="rId1" Type="http://schemas.openxmlformats.org/officeDocument/2006/relationships/slideLayout" Target="../slideLayouts/slideLayout2.xml"/><Relationship Id="rId5" Type="http://schemas.openxmlformats.org/officeDocument/2006/relationships/image" Target="../media/image7.tiff"/><Relationship Id="rId4" Type="http://schemas.openxmlformats.org/officeDocument/2006/relationships/image" Target="../media/image6.tiff"/></Relationships>
</file>

<file path=ppt/slides/_rels/slide1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074" name="Picture 2" descr="C:\Documents and Settings\sschilli\My Documents\My Pictures\earth2.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TextBox 3"/>
          <p:cNvSpPr txBox="1">
            <a:spLocks noChangeArrowheads="1"/>
          </p:cNvSpPr>
          <p:nvPr/>
        </p:nvSpPr>
        <p:spPr bwMode="auto">
          <a:xfrm>
            <a:off x="2057400" y="3962401"/>
            <a:ext cx="2324100"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Book Antiqua" pitchFamily="18" charset="0"/>
              </a:defRPr>
            </a:lvl1pPr>
            <a:lvl2pPr marL="742950" indent="-285750" eaLnBrk="0" hangingPunct="0">
              <a:defRPr>
                <a:solidFill>
                  <a:schemeClr val="tx1"/>
                </a:solidFill>
                <a:latin typeface="Book Antiqua" pitchFamily="18" charset="0"/>
              </a:defRPr>
            </a:lvl2pPr>
            <a:lvl3pPr marL="1143000" indent="-228600" eaLnBrk="0" hangingPunct="0">
              <a:defRPr>
                <a:solidFill>
                  <a:schemeClr val="tx1"/>
                </a:solidFill>
                <a:latin typeface="Book Antiqua" pitchFamily="18" charset="0"/>
              </a:defRPr>
            </a:lvl3pPr>
            <a:lvl4pPr marL="1600200" indent="-228600" eaLnBrk="0" hangingPunct="0">
              <a:defRPr>
                <a:solidFill>
                  <a:schemeClr val="tx1"/>
                </a:solidFill>
                <a:latin typeface="Book Antiqua" pitchFamily="18" charset="0"/>
              </a:defRPr>
            </a:lvl4pPr>
            <a:lvl5pPr marL="2057400" indent="-228600" eaLnBrk="0" hangingPunct="0">
              <a:defRPr>
                <a:solidFill>
                  <a:schemeClr val="tx1"/>
                </a:solidFill>
                <a:latin typeface="Book Antiqua" pitchFamily="18" charset="0"/>
              </a:defRPr>
            </a:lvl5pPr>
            <a:lvl6pPr marL="2514600" indent="-228600" eaLnBrk="0" fontAlgn="base" hangingPunct="0">
              <a:spcBef>
                <a:spcPct val="0"/>
              </a:spcBef>
              <a:spcAft>
                <a:spcPct val="0"/>
              </a:spcAft>
              <a:defRPr>
                <a:solidFill>
                  <a:schemeClr val="tx1"/>
                </a:solidFill>
                <a:latin typeface="Book Antiqua" pitchFamily="18" charset="0"/>
              </a:defRPr>
            </a:lvl6pPr>
            <a:lvl7pPr marL="2971800" indent="-228600" eaLnBrk="0" fontAlgn="base" hangingPunct="0">
              <a:spcBef>
                <a:spcPct val="0"/>
              </a:spcBef>
              <a:spcAft>
                <a:spcPct val="0"/>
              </a:spcAft>
              <a:defRPr>
                <a:solidFill>
                  <a:schemeClr val="tx1"/>
                </a:solidFill>
                <a:latin typeface="Book Antiqua" pitchFamily="18" charset="0"/>
              </a:defRPr>
            </a:lvl7pPr>
            <a:lvl8pPr marL="3429000" indent="-228600" eaLnBrk="0" fontAlgn="base" hangingPunct="0">
              <a:spcBef>
                <a:spcPct val="0"/>
              </a:spcBef>
              <a:spcAft>
                <a:spcPct val="0"/>
              </a:spcAft>
              <a:defRPr>
                <a:solidFill>
                  <a:schemeClr val="tx1"/>
                </a:solidFill>
                <a:latin typeface="Book Antiqua" pitchFamily="18" charset="0"/>
              </a:defRPr>
            </a:lvl8pPr>
            <a:lvl9pPr marL="3886200" indent="-228600" eaLnBrk="0" fontAlgn="base" hangingPunct="0">
              <a:spcBef>
                <a:spcPct val="0"/>
              </a:spcBef>
              <a:spcAft>
                <a:spcPct val="0"/>
              </a:spcAft>
              <a:defRPr>
                <a:solidFill>
                  <a:schemeClr val="tx1"/>
                </a:solidFill>
                <a:latin typeface="Book Antiqua" pitchFamily="18" charset="0"/>
              </a:defRPr>
            </a:lvl9pPr>
          </a:lstStyle>
          <a:p>
            <a:pPr eaLnBrk="1" hangingPunct="1"/>
            <a:r>
              <a:rPr lang="en-US" sz="3200" dirty="0">
                <a:solidFill>
                  <a:schemeClr val="bg1"/>
                </a:solidFill>
                <a:latin typeface="Arial" charset="0"/>
                <a:cs typeface="Arial" charset="0"/>
              </a:rPr>
              <a:t>A brief</a:t>
            </a:r>
          </a:p>
          <a:p>
            <a:pPr eaLnBrk="1" hangingPunct="1"/>
            <a:r>
              <a:rPr lang="en-US" sz="3200" dirty="0">
                <a:solidFill>
                  <a:schemeClr val="bg1"/>
                </a:solidFill>
                <a:latin typeface="Arial" charset="0"/>
                <a:cs typeface="Arial" charset="0"/>
              </a:rPr>
              <a:t>Introduction</a:t>
            </a:r>
          </a:p>
          <a:p>
            <a:pPr eaLnBrk="1" hangingPunct="1"/>
            <a:r>
              <a:rPr lang="en-US" sz="3200" dirty="0">
                <a:solidFill>
                  <a:schemeClr val="bg1"/>
                </a:solidFill>
                <a:latin typeface="Arial" charset="0"/>
                <a:cs typeface="Arial" charset="0"/>
              </a:rPr>
              <a:t>To</a:t>
            </a:r>
          </a:p>
          <a:p>
            <a:pPr eaLnBrk="1" hangingPunct="1"/>
            <a:r>
              <a:rPr lang="en-US" sz="3200" dirty="0">
                <a:solidFill>
                  <a:schemeClr val="bg1"/>
                </a:solidFill>
                <a:latin typeface="Arial" charset="0"/>
                <a:cs typeface="Arial" charset="0"/>
              </a:rPr>
              <a:t>GIS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TextBox 3">
            <a:extLst>
              <a:ext uri="{FF2B5EF4-FFF2-40B4-BE49-F238E27FC236}">
                <a16:creationId xmlns:a16="http://schemas.microsoft.com/office/drawing/2014/main" id="{D7B03800-D80E-CBA8-24CE-CD0511037C61}"/>
              </a:ext>
            </a:extLst>
          </p:cNvPr>
          <p:cNvSpPr txBox="1">
            <a:spLocks noChangeArrowheads="1"/>
          </p:cNvSpPr>
          <p:nvPr/>
        </p:nvSpPr>
        <p:spPr bwMode="auto">
          <a:xfrm>
            <a:off x="5624050" y="50804"/>
            <a:ext cx="5945858"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rgbClr val="F9F9F9"/>
              </a:buClr>
              <a:buSzPct val="65000"/>
              <a:buFont typeface="Wingdings 2" panose="05020102010507070707" pitchFamily="18" charset="2"/>
              <a:buChar char=""/>
              <a:defRPr sz="2800">
                <a:solidFill>
                  <a:schemeClr val="tx1"/>
                </a:solidFill>
                <a:latin typeface="Book Antiqua" panose="02040602050305030304" pitchFamily="18" charset="0"/>
              </a:defRPr>
            </a:lvl1pPr>
            <a:lvl2pPr marL="742950" indent="-285750" eaLnBrk="0" hangingPunct="0">
              <a:spcBef>
                <a:spcPct val="20000"/>
              </a:spcBef>
              <a:buClr>
                <a:schemeClr val="tx1"/>
              </a:buClr>
              <a:buSzPct val="80000"/>
              <a:buFont typeface="Wingdings 2" panose="05020102010507070707" pitchFamily="18" charset="2"/>
              <a:buChar char=""/>
              <a:defRPr sz="2400">
                <a:solidFill>
                  <a:schemeClr val="tx1"/>
                </a:solidFill>
                <a:latin typeface="Book Antiqua" panose="02040602050305030304" pitchFamily="18" charset="0"/>
              </a:defRPr>
            </a:lvl2pPr>
            <a:lvl3pPr marL="1143000" indent="-228600" eaLnBrk="0" hangingPunct="0">
              <a:spcBef>
                <a:spcPct val="20000"/>
              </a:spcBef>
              <a:buClr>
                <a:schemeClr val="tx1"/>
              </a:buClr>
              <a:buSzPct val="95000"/>
              <a:buFont typeface="Wingdings" panose="05000000000000000000" pitchFamily="2" charset="2"/>
              <a:buChar char=""/>
              <a:defRPr sz="2200">
                <a:solidFill>
                  <a:schemeClr val="tx1"/>
                </a:solidFill>
                <a:latin typeface="Book Antiqua" panose="02040602050305030304" pitchFamily="18" charset="0"/>
              </a:defRPr>
            </a:lvl3pPr>
            <a:lvl4pPr marL="1600200" indent="-228600" eaLnBrk="0" hangingPunct="0">
              <a:spcBef>
                <a:spcPct val="20000"/>
              </a:spcBef>
              <a:buClr>
                <a:schemeClr val="tx1"/>
              </a:buClr>
              <a:buSzPct val="100000"/>
              <a:buFont typeface="Wingdings 3" panose="05040102010807070707" pitchFamily="18" charset="2"/>
              <a:buChar char=""/>
              <a:defRPr sz="2000">
                <a:solidFill>
                  <a:schemeClr val="tx1"/>
                </a:solidFill>
                <a:latin typeface="Book Antiqua" panose="02040602050305030304" pitchFamily="18" charset="0"/>
              </a:defRPr>
            </a:lvl4pPr>
            <a:lvl5pPr marL="2057400" indent="-228600" eaLnBrk="0" hangingPunct="0">
              <a:spcBef>
                <a:spcPct val="20000"/>
              </a:spcBef>
              <a:buClr>
                <a:schemeClr val="tx1"/>
              </a:buClr>
              <a:buFont typeface="Wingdings 2" panose="05020102010507070707" pitchFamily="18" charset="2"/>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en-US" sz="3200" dirty="0">
                <a:latin typeface="Arial" panose="020B0604020202020204" pitchFamily="34" charset="0"/>
                <a:cs typeface="Arial" panose="020B0604020202020204" pitchFamily="34" charset="0"/>
              </a:rPr>
              <a:t>What is GIS?</a:t>
            </a:r>
          </a:p>
          <a:p>
            <a:pPr eaLnBrk="1" hangingPunct="1">
              <a:spcBef>
                <a:spcPct val="0"/>
              </a:spcBef>
              <a:buClrTx/>
              <a:buSzTx/>
              <a:buFontTx/>
              <a:buNone/>
            </a:pPr>
            <a:r>
              <a:rPr lang="en-US" altLang="en-US" sz="3200" dirty="0">
                <a:latin typeface="Arial" panose="020B0604020202020204" pitchFamily="34" charset="0"/>
                <a:cs typeface="Arial" panose="020B0604020202020204" pitchFamily="34" charset="0"/>
              </a:rPr>
              <a:t>Geographic Information System</a:t>
            </a:r>
          </a:p>
        </p:txBody>
      </p:sp>
      <p:sp>
        <p:nvSpPr>
          <p:cNvPr id="5" name="TextBox 4">
            <a:extLst>
              <a:ext uri="{FF2B5EF4-FFF2-40B4-BE49-F238E27FC236}">
                <a16:creationId xmlns:a16="http://schemas.microsoft.com/office/drawing/2014/main" id="{C03E47E5-E97C-5155-90FF-6BF0AE6FA0C9}"/>
              </a:ext>
            </a:extLst>
          </p:cNvPr>
          <p:cNvSpPr txBox="1">
            <a:spLocks noChangeArrowheads="1"/>
          </p:cNvSpPr>
          <p:nvPr/>
        </p:nvSpPr>
        <p:spPr bwMode="auto">
          <a:xfrm>
            <a:off x="5624050" y="1411518"/>
            <a:ext cx="6259286"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rgbClr val="F9F9F9"/>
              </a:buClr>
              <a:buSzPct val="65000"/>
              <a:buFont typeface="Wingdings 2" panose="05020102010507070707" pitchFamily="18" charset="2"/>
              <a:buChar char=""/>
              <a:defRPr sz="2800">
                <a:solidFill>
                  <a:schemeClr val="tx1"/>
                </a:solidFill>
                <a:latin typeface="Book Antiqua" panose="02040602050305030304" pitchFamily="18" charset="0"/>
              </a:defRPr>
            </a:lvl1pPr>
            <a:lvl2pPr marL="742950" indent="-285750" eaLnBrk="0" hangingPunct="0">
              <a:spcBef>
                <a:spcPct val="20000"/>
              </a:spcBef>
              <a:buClr>
                <a:schemeClr val="tx1"/>
              </a:buClr>
              <a:buSzPct val="80000"/>
              <a:buFont typeface="Wingdings 2" panose="05020102010507070707" pitchFamily="18" charset="2"/>
              <a:buChar char=""/>
              <a:defRPr sz="2400">
                <a:solidFill>
                  <a:schemeClr val="tx1"/>
                </a:solidFill>
                <a:latin typeface="Book Antiqua" panose="02040602050305030304" pitchFamily="18" charset="0"/>
              </a:defRPr>
            </a:lvl2pPr>
            <a:lvl3pPr marL="1143000" indent="-228600" eaLnBrk="0" hangingPunct="0">
              <a:spcBef>
                <a:spcPct val="20000"/>
              </a:spcBef>
              <a:buClr>
                <a:schemeClr val="tx1"/>
              </a:buClr>
              <a:buSzPct val="95000"/>
              <a:buFont typeface="Wingdings" panose="05000000000000000000" pitchFamily="2" charset="2"/>
              <a:buChar char=""/>
              <a:defRPr sz="2200">
                <a:solidFill>
                  <a:schemeClr val="tx1"/>
                </a:solidFill>
                <a:latin typeface="Book Antiqua" panose="02040602050305030304" pitchFamily="18" charset="0"/>
              </a:defRPr>
            </a:lvl3pPr>
            <a:lvl4pPr marL="1600200" indent="-228600" eaLnBrk="0" hangingPunct="0">
              <a:spcBef>
                <a:spcPct val="20000"/>
              </a:spcBef>
              <a:buClr>
                <a:schemeClr val="tx1"/>
              </a:buClr>
              <a:buSzPct val="100000"/>
              <a:buFont typeface="Wingdings 3" panose="05040102010807070707" pitchFamily="18" charset="2"/>
              <a:buChar char=""/>
              <a:defRPr sz="2000">
                <a:solidFill>
                  <a:schemeClr val="tx1"/>
                </a:solidFill>
                <a:latin typeface="Book Antiqua" panose="02040602050305030304" pitchFamily="18" charset="0"/>
              </a:defRPr>
            </a:lvl4pPr>
            <a:lvl5pPr marL="2057400" indent="-228600" eaLnBrk="0" hangingPunct="0">
              <a:spcBef>
                <a:spcPct val="20000"/>
              </a:spcBef>
              <a:buClr>
                <a:schemeClr val="tx1"/>
              </a:buClr>
              <a:buFont typeface="Wingdings 2" panose="05020102010507070707" pitchFamily="18" charset="2"/>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en-US" sz="2000" dirty="0">
                <a:latin typeface="Arial" panose="020B0604020202020204" pitchFamily="34" charset="0"/>
                <a:cs typeface="Arial" panose="020B0604020202020204" pitchFamily="34" charset="0"/>
              </a:rPr>
              <a:t>“..integrated computer hardware and software that store, manage, analyze, edit, output, and visualize geographic data. Much of this often happens within a spatial database…In a broader sense, one may consider such a system also to include human users and support staff, procedures and workflows, the body of knowledge of relevant concepts and methods, and institutional organizations.”-</a:t>
            </a:r>
            <a:r>
              <a:rPr lang="en-US" altLang="en-US" sz="1600" dirty="0">
                <a:latin typeface="Arial" panose="020B0604020202020204" pitchFamily="34" charset="0"/>
                <a:cs typeface="Arial" panose="020B0604020202020204" pitchFamily="34" charset="0"/>
              </a:rPr>
              <a:t>Wikipedia</a:t>
            </a:r>
            <a:endParaRPr lang="en-US" altLang="en-US" sz="20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6F954337-ABEF-D905-1C9C-C4199B1BE6DA}"/>
              </a:ext>
            </a:extLst>
          </p:cNvPr>
          <p:cNvSpPr txBox="1">
            <a:spLocks noChangeArrowheads="1"/>
          </p:cNvSpPr>
          <p:nvPr/>
        </p:nvSpPr>
        <p:spPr bwMode="auto">
          <a:xfrm>
            <a:off x="5624050" y="4249559"/>
            <a:ext cx="625928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rgbClr val="F9F9F9"/>
              </a:buClr>
              <a:buSzPct val="65000"/>
              <a:buFont typeface="Wingdings 2" panose="05020102010507070707" pitchFamily="18" charset="2"/>
              <a:buChar char=""/>
              <a:defRPr sz="2800">
                <a:solidFill>
                  <a:schemeClr val="tx1"/>
                </a:solidFill>
                <a:latin typeface="Book Antiqua" panose="02040602050305030304" pitchFamily="18" charset="0"/>
              </a:defRPr>
            </a:lvl1pPr>
            <a:lvl2pPr marL="742950" indent="-285750" eaLnBrk="0" hangingPunct="0">
              <a:spcBef>
                <a:spcPct val="20000"/>
              </a:spcBef>
              <a:buClr>
                <a:schemeClr val="tx1"/>
              </a:buClr>
              <a:buSzPct val="80000"/>
              <a:buFont typeface="Wingdings 2" panose="05020102010507070707" pitchFamily="18" charset="2"/>
              <a:buChar char=""/>
              <a:defRPr sz="2400">
                <a:solidFill>
                  <a:schemeClr val="tx1"/>
                </a:solidFill>
                <a:latin typeface="Book Antiqua" panose="02040602050305030304" pitchFamily="18" charset="0"/>
              </a:defRPr>
            </a:lvl2pPr>
            <a:lvl3pPr marL="1143000" indent="-228600" eaLnBrk="0" hangingPunct="0">
              <a:spcBef>
                <a:spcPct val="20000"/>
              </a:spcBef>
              <a:buClr>
                <a:schemeClr val="tx1"/>
              </a:buClr>
              <a:buSzPct val="95000"/>
              <a:buFont typeface="Wingdings" panose="05000000000000000000" pitchFamily="2" charset="2"/>
              <a:buChar char=""/>
              <a:defRPr sz="2200">
                <a:solidFill>
                  <a:schemeClr val="tx1"/>
                </a:solidFill>
                <a:latin typeface="Book Antiqua" panose="02040602050305030304" pitchFamily="18" charset="0"/>
              </a:defRPr>
            </a:lvl3pPr>
            <a:lvl4pPr marL="1600200" indent="-228600" eaLnBrk="0" hangingPunct="0">
              <a:spcBef>
                <a:spcPct val="20000"/>
              </a:spcBef>
              <a:buClr>
                <a:schemeClr val="tx1"/>
              </a:buClr>
              <a:buSzPct val="100000"/>
              <a:buFont typeface="Wingdings 3" panose="05040102010807070707" pitchFamily="18" charset="2"/>
              <a:buChar char=""/>
              <a:defRPr sz="2000">
                <a:solidFill>
                  <a:schemeClr val="tx1"/>
                </a:solidFill>
                <a:latin typeface="Book Antiqua" panose="02040602050305030304" pitchFamily="18" charset="0"/>
              </a:defRPr>
            </a:lvl4pPr>
            <a:lvl5pPr marL="2057400" indent="-228600" eaLnBrk="0" hangingPunct="0">
              <a:spcBef>
                <a:spcPct val="20000"/>
              </a:spcBef>
              <a:buClr>
                <a:schemeClr val="tx1"/>
              </a:buClr>
              <a:buFont typeface="Wingdings 2" panose="05020102010507070707" pitchFamily="18" charset="2"/>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en-US" sz="2000" dirty="0">
                <a:latin typeface="Arial" panose="020B0604020202020204" pitchFamily="34" charset="0"/>
                <a:cs typeface="Arial" panose="020B0604020202020204" pitchFamily="34" charset="0"/>
              </a:rPr>
              <a:t>“Any system for capturing, storing, checking, and displaying data related to positions on the Earth's surface.” -</a:t>
            </a:r>
            <a:r>
              <a:rPr lang="en-US" altLang="en-US" sz="1800" dirty="0">
                <a:latin typeface="Arial" panose="020B0604020202020204" pitchFamily="34" charset="0"/>
                <a:cs typeface="Arial" panose="020B0604020202020204" pitchFamily="34" charset="0"/>
              </a:rPr>
              <a:t>National Geographic Education Encyclopedia</a:t>
            </a:r>
            <a:endParaRPr lang="en-US" altLang="en-US" sz="2000" dirty="0">
              <a:latin typeface="Arial" panose="020B0604020202020204" pitchFamily="34" charset="0"/>
              <a:cs typeface="Arial" panose="020B0604020202020204" pitchFamily="34" charset="0"/>
            </a:endParaRPr>
          </a:p>
        </p:txBody>
      </p:sp>
      <p:pic>
        <p:nvPicPr>
          <p:cNvPr id="1026" name="Picture 2">
            <a:extLst>
              <a:ext uri="{FF2B5EF4-FFF2-40B4-BE49-F238E27FC236}">
                <a16:creationId xmlns:a16="http://schemas.microsoft.com/office/drawing/2014/main" id="{6441C491-A853-8F84-FB55-959F15BA13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34042"/>
            <a:ext cx="4597224" cy="662395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13C6E81-B4C9-023E-50B2-115AD79412D6}"/>
              </a:ext>
            </a:extLst>
          </p:cNvPr>
          <p:cNvSpPr txBox="1"/>
          <p:nvPr/>
        </p:nvSpPr>
        <p:spPr>
          <a:xfrm>
            <a:off x="5510539" y="5657575"/>
            <a:ext cx="6486307" cy="954107"/>
          </a:xfrm>
          <a:prstGeom prst="rect">
            <a:avLst/>
          </a:prstGeom>
          <a:noFill/>
        </p:spPr>
        <p:txBody>
          <a:bodyPr wrap="square">
            <a:spAutoFit/>
          </a:bodyPr>
          <a:lstStyle/>
          <a:p>
            <a:r>
              <a:rPr lang="en-US" sz="2800" b="0" i="0" dirty="0">
                <a:solidFill>
                  <a:srgbClr val="000000"/>
                </a:solidFill>
                <a:effectLst/>
                <a:latin typeface="Yanone Kaffeesatz"/>
              </a:rPr>
              <a:t>In a GIS, you connect </a:t>
            </a:r>
            <a:r>
              <a:rPr lang="en-US" sz="2800" b="1" i="1" dirty="0">
                <a:solidFill>
                  <a:srgbClr val="000000"/>
                </a:solidFill>
                <a:effectLst/>
                <a:latin typeface="Yanone Kaffeesatz"/>
              </a:rPr>
              <a:t>data</a:t>
            </a:r>
            <a:r>
              <a:rPr lang="en-US" sz="2800" b="0" i="0" dirty="0">
                <a:solidFill>
                  <a:srgbClr val="000000"/>
                </a:solidFill>
                <a:effectLst/>
                <a:latin typeface="Yanone Kaffeesatz"/>
              </a:rPr>
              <a:t> with </a:t>
            </a:r>
            <a:r>
              <a:rPr lang="en-US" sz="2800" b="1" i="1" dirty="0">
                <a:solidFill>
                  <a:srgbClr val="000000"/>
                </a:solidFill>
                <a:effectLst/>
                <a:latin typeface="Yanone Kaffeesatz"/>
              </a:rPr>
              <a:t>geography</a:t>
            </a:r>
          </a:p>
          <a:p>
            <a:r>
              <a:rPr lang="en-US" sz="2800" b="1" i="1" dirty="0">
                <a:solidFill>
                  <a:srgbClr val="000000"/>
                </a:solidFill>
                <a:latin typeface="Yanone Kaffeesatz"/>
              </a:rPr>
              <a:t>-</a:t>
            </a:r>
            <a:r>
              <a:rPr lang="en-US" dirty="0">
                <a:solidFill>
                  <a:srgbClr val="000000"/>
                </a:solidFill>
                <a:latin typeface="Yanone Kaffeesatz"/>
              </a:rPr>
              <a:t>GISgeography.com</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rcGIS | GIS, visualisation and mapping">
            <a:extLst>
              <a:ext uri="{FF2B5EF4-FFF2-40B4-BE49-F238E27FC236}">
                <a16:creationId xmlns:a16="http://schemas.microsoft.com/office/drawing/2014/main" id="{C22FFEF8-1B24-E6E6-C3C4-76F2D244B7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7343" y="1208186"/>
            <a:ext cx="3200400" cy="14287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Visual Style Guide">
            <a:extLst>
              <a:ext uri="{FF2B5EF4-FFF2-40B4-BE49-F238E27FC236}">
                <a16:creationId xmlns:a16="http://schemas.microsoft.com/office/drawing/2014/main" id="{21AD2466-FE82-9823-B7A3-FBADA3A957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15982" y="1208186"/>
            <a:ext cx="3095625" cy="1476375"/>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4">
            <a:extLst>
              <a:ext uri="{FF2B5EF4-FFF2-40B4-BE49-F238E27FC236}">
                <a16:creationId xmlns:a16="http://schemas.microsoft.com/office/drawing/2014/main" id="{7212811F-9CEB-1E28-6987-789D8876C110}"/>
              </a:ext>
            </a:extLst>
          </p:cNvPr>
          <p:cNvSpPr>
            <a:spLocks noGrp="1"/>
          </p:cNvSpPr>
          <p:nvPr>
            <p:ph sz="half" idx="2"/>
          </p:nvPr>
        </p:nvSpPr>
        <p:spPr/>
        <p:txBody>
          <a:bodyPr>
            <a:normAutofit/>
          </a:bodyPr>
          <a:lstStyle/>
          <a:p>
            <a:r>
              <a:rPr lang="en-US" sz="2000" dirty="0"/>
              <a:t>Expensive, commercial</a:t>
            </a:r>
          </a:p>
          <a:p>
            <a:r>
              <a:rPr lang="en-US" sz="2000" dirty="0"/>
              <a:t>Windows (but there are work-arounds)</a:t>
            </a:r>
          </a:p>
          <a:p>
            <a:r>
              <a:rPr lang="en-US" sz="2000" dirty="0"/>
              <a:t>More stable, consistent, compatible; less flexible, less customizable</a:t>
            </a:r>
          </a:p>
          <a:p>
            <a:r>
              <a:rPr lang="en-US" sz="2000" dirty="0"/>
              <a:t>Cannot open some QGIS files</a:t>
            </a:r>
          </a:p>
          <a:p>
            <a:r>
              <a:rPr lang="en-US" sz="2000" dirty="0"/>
              <a:t>Until this year, it was the ONLY way to run LAHARZ!</a:t>
            </a:r>
          </a:p>
        </p:txBody>
      </p:sp>
      <p:sp>
        <p:nvSpPr>
          <p:cNvPr id="7" name="Content Placeholder 6">
            <a:extLst>
              <a:ext uri="{FF2B5EF4-FFF2-40B4-BE49-F238E27FC236}">
                <a16:creationId xmlns:a16="http://schemas.microsoft.com/office/drawing/2014/main" id="{5049004E-ADB0-8524-4F6D-15598033B9EF}"/>
              </a:ext>
            </a:extLst>
          </p:cNvPr>
          <p:cNvSpPr>
            <a:spLocks noGrp="1"/>
          </p:cNvSpPr>
          <p:nvPr>
            <p:ph sz="quarter" idx="4"/>
          </p:nvPr>
        </p:nvSpPr>
        <p:spPr/>
        <p:txBody>
          <a:bodyPr>
            <a:normAutofit/>
          </a:bodyPr>
          <a:lstStyle/>
          <a:p>
            <a:r>
              <a:rPr lang="en-US" sz="2000" dirty="0"/>
              <a:t>Free, open source</a:t>
            </a:r>
          </a:p>
          <a:p>
            <a:r>
              <a:rPr lang="en-US" sz="2000" dirty="0"/>
              <a:t>Windows, Mac, Linux, Android</a:t>
            </a:r>
          </a:p>
          <a:p>
            <a:r>
              <a:rPr lang="en-US" sz="2000" dirty="0"/>
              <a:t>More flexible, customizable (plug-ins, scripting), but can have bugs</a:t>
            </a:r>
          </a:p>
          <a:p>
            <a:r>
              <a:rPr lang="en-US" sz="2000" dirty="0"/>
              <a:t>Can open ArcGIS formatted files</a:t>
            </a:r>
          </a:p>
          <a:p>
            <a:r>
              <a:rPr lang="en-US" sz="2000" dirty="0"/>
              <a:t>Thanks to Keith Blair, there is now an open-source, stand-alone python version of LAHARZ!</a:t>
            </a:r>
          </a:p>
        </p:txBody>
      </p:sp>
      <p:sp>
        <p:nvSpPr>
          <p:cNvPr id="10" name="Title 2">
            <a:extLst>
              <a:ext uri="{FF2B5EF4-FFF2-40B4-BE49-F238E27FC236}">
                <a16:creationId xmlns:a16="http://schemas.microsoft.com/office/drawing/2014/main" id="{79509F23-42B2-2C0F-5DD9-5498067A6989}"/>
              </a:ext>
            </a:extLst>
          </p:cNvPr>
          <p:cNvSpPr txBox="1">
            <a:spLocks/>
          </p:cNvSpPr>
          <p:nvPr/>
        </p:nvSpPr>
        <p:spPr>
          <a:xfrm>
            <a:off x="838200" y="-13171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en-US" b="1" dirty="0">
                <a:latin typeface="Arial" panose="020B0604020202020204" pitchFamily="34" charset="0"/>
                <a:cs typeface="Arial" panose="020B0604020202020204" pitchFamily="34" charset="0"/>
              </a:rPr>
              <a:t>Two popular GIS programs</a:t>
            </a:r>
            <a:endParaRPr lang="en-US" dirty="0"/>
          </a:p>
        </p:txBody>
      </p:sp>
      <p:grpSp>
        <p:nvGrpSpPr>
          <p:cNvPr id="11" name="Group 10">
            <a:extLst>
              <a:ext uri="{FF2B5EF4-FFF2-40B4-BE49-F238E27FC236}">
                <a16:creationId xmlns:a16="http://schemas.microsoft.com/office/drawing/2014/main" id="{6F8BA8A6-B96A-D223-9D53-80972D5CAC59}"/>
              </a:ext>
            </a:extLst>
          </p:cNvPr>
          <p:cNvGrpSpPr/>
          <p:nvPr/>
        </p:nvGrpSpPr>
        <p:grpSpPr>
          <a:xfrm>
            <a:off x="0" y="6362366"/>
            <a:ext cx="12301844" cy="640080"/>
            <a:chOff x="0" y="6361501"/>
            <a:chExt cx="12301844" cy="640080"/>
          </a:xfrm>
        </p:grpSpPr>
        <p:sp>
          <p:nvSpPr>
            <p:cNvPr id="12" name="Rectangle 11">
              <a:extLst>
                <a:ext uri="{FF2B5EF4-FFF2-40B4-BE49-F238E27FC236}">
                  <a16:creationId xmlns:a16="http://schemas.microsoft.com/office/drawing/2014/main" id="{DF3F500B-4E77-77F7-9092-3AA4639AB148}"/>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87F118C0-9263-EE40-400D-2DF7CE0B873E}"/>
                </a:ext>
              </a:extLst>
            </p:cNvPr>
            <p:cNvGrpSpPr/>
            <p:nvPr/>
          </p:nvGrpSpPr>
          <p:grpSpPr>
            <a:xfrm>
              <a:off x="2" y="6361501"/>
              <a:ext cx="12301842" cy="640080"/>
              <a:chOff x="2" y="6361501"/>
              <a:chExt cx="12301842" cy="640080"/>
            </a:xfrm>
          </p:grpSpPr>
          <p:pic>
            <p:nvPicPr>
              <p:cNvPr id="14" name="Picture 13" descr="USGS.png">
                <a:extLst>
                  <a:ext uri="{FF2B5EF4-FFF2-40B4-BE49-F238E27FC236}">
                    <a16:creationId xmlns:a16="http://schemas.microsoft.com/office/drawing/2014/main" id="{D570C89E-6EB1-8AA0-6EE5-C5B521536DCE}"/>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15" name="Picture 14" descr="Horizontal_CMYK_600.tif">
                <a:extLst>
                  <a:ext uri="{FF2B5EF4-FFF2-40B4-BE49-F238E27FC236}">
                    <a16:creationId xmlns:a16="http://schemas.microsoft.com/office/drawing/2014/main" id="{87222966-B103-3BAD-6251-74AA5AA52EAD}"/>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6" name="Picture 15">
                <a:extLst>
                  <a:ext uri="{FF2B5EF4-FFF2-40B4-BE49-F238E27FC236}">
                    <a16:creationId xmlns:a16="http://schemas.microsoft.com/office/drawing/2014/main" id="{BE22BB32-3E70-0585-93D4-0856B3A49884}"/>
                  </a:ext>
                </a:extLst>
              </p:cNvPr>
              <p:cNvPicPr>
                <a:picLocks noChangeAspect="1"/>
              </p:cNvPicPr>
              <p:nvPr/>
            </p:nvPicPr>
            <p:blipFill rotWithShape="1">
              <a:blip r:embed="rId6"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11451277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rcGIS | GIS, visualisation and mapping">
            <a:extLst>
              <a:ext uri="{FF2B5EF4-FFF2-40B4-BE49-F238E27FC236}">
                <a16:creationId xmlns:a16="http://schemas.microsoft.com/office/drawing/2014/main" id="{C22FFEF8-1B24-E6E6-C3C4-76F2D244B7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7343" y="1208186"/>
            <a:ext cx="3200400" cy="14287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Visual Style Guide">
            <a:extLst>
              <a:ext uri="{FF2B5EF4-FFF2-40B4-BE49-F238E27FC236}">
                <a16:creationId xmlns:a16="http://schemas.microsoft.com/office/drawing/2014/main" id="{21AD2466-FE82-9823-B7A3-FBADA3A957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15982" y="1208186"/>
            <a:ext cx="3095625" cy="147637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D55B69EE-BF5D-5D57-69B7-9A2E08358CA0}"/>
              </a:ext>
            </a:extLst>
          </p:cNvPr>
          <p:cNvSpPr>
            <a:spLocks noGrp="1"/>
          </p:cNvSpPr>
          <p:nvPr>
            <p:ph type="title"/>
          </p:nvPr>
        </p:nvSpPr>
        <p:spPr>
          <a:xfrm>
            <a:off x="839788" y="-117377"/>
            <a:ext cx="10515600" cy="1325563"/>
          </a:xfrm>
        </p:spPr>
        <p:txBody>
          <a:bodyPr/>
          <a:lstStyle/>
          <a:p>
            <a:pPr algn="ctr"/>
            <a:r>
              <a:rPr lang="en-US" altLang="en-US" b="1" dirty="0">
                <a:latin typeface="Arial" panose="020B0604020202020204" pitchFamily="34" charset="0"/>
                <a:cs typeface="Arial" panose="020B0604020202020204" pitchFamily="34" charset="0"/>
              </a:rPr>
              <a:t>T</a:t>
            </a:r>
            <a:r>
              <a:rPr lang="en-US" altLang="en-US" sz="4400" b="1" dirty="0">
                <a:latin typeface="Arial" panose="020B0604020202020204" pitchFamily="34" charset="0"/>
                <a:cs typeface="Arial" panose="020B0604020202020204" pitchFamily="34" charset="0"/>
              </a:rPr>
              <a:t>wo popular GIS programs</a:t>
            </a:r>
            <a:endParaRPr lang="en-US" dirty="0"/>
          </a:p>
        </p:txBody>
      </p:sp>
      <p:sp>
        <p:nvSpPr>
          <p:cNvPr id="5" name="Content Placeholder 4">
            <a:extLst>
              <a:ext uri="{FF2B5EF4-FFF2-40B4-BE49-F238E27FC236}">
                <a16:creationId xmlns:a16="http://schemas.microsoft.com/office/drawing/2014/main" id="{7212811F-9CEB-1E28-6987-789D8876C110}"/>
              </a:ext>
            </a:extLst>
          </p:cNvPr>
          <p:cNvSpPr>
            <a:spLocks noGrp="1"/>
          </p:cNvSpPr>
          <p:nvPr>
            <p:ph sz="half" idx="2"/>
          </p:nvPr>
        </p:nvSpPr>
        <p:spPr>
          <a:xfrm>
            <a:off x="839789" y="2926272"/>
            <a:ext cx="10515599" cy="3684588"/>
          </a:xfrm>
        </p:spPr>
        <p:txBody>
          <a:bodyPr>
            <a:normAutofit/>
          </a:bodyPr>
          <a:lstStyle/>
          <a:p>
            <a:r>
              <a:rPr lang="en-US" sz="2000" dirty="0"/>
              <a:t>For this year’s course, we will use QGIS for the first time and the open-source version of LAHARZ on the VICTOR platform</a:t>
            </a:r>
          </a:p>
          <a:p>
            <a:r>
              <a:rPr lang="en-US" sz="2000" dirty="0"/>
              <a:t>However, the ArcGIS course materials (ArcMap and </a:t>
            </a:r>
            <a:r>
              <a:rPr lang="en-US" sz="2000" dirty="0" err="1"/>
              <a:t>ArcPro</a:t>
            </a:r>
            <a:r>
              <a:rPr lang="en-US" sz="2000" dirty="0"/>
              <a:t>) and LAHARZ code are still available and will be provided to you in the class files</a:t>
            </a:r>
          </a:p>
        </p:txBody>
      </p:sp>
      <p:grpSp>
        <p:nvGrpSpPr>
          <p:cNvPr id="9" name="Group 8">
            <a:extLst>
              <a:ext uri="{FF2B5EF4-FFF2-40B4-BE49-F238E27FC236}">
                <a16:creationId xmlns:a16="http://schemas.microsoft.com/office/drawing/2014/main" id="{92F3A79E-3F2D-0FB6-C757-89D423D0E918}"/>
              </a:ext>
            </a:extLst>
          </p:cNvPr>
          <p:cNvGrpSpPr/>
          <p:nvPr/>
        </p:nvGrpSpPr>
        <p:grpSpPr>
          <a:xfrm>
            <a:off x="0" y="6362366"/>
            <a:ext cx="12301844" cy="640080"/>
            <a:chOff x="0" y="6361501"/>
            <a:chExt cx="12301844" cy="640080"/>
          </a:xfrm>
        </p:grpSpPr>
        <p:sp>
          <p:nvSpPr>
            <p:cNvPr id="10" name="Rectangle 9">
              <a:extLst>
                <a:ext uri="{FF2B5EF4-FFF2-40B4-BE49-F238E27FC236}">
                  <a16:creationId xmlns:a16="http://schemas.microsoft.com/office/drawing/2014/main" id="{7D1F4E8A-5A6E-61EC-9EDB-753527A6FA17}"/>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6A0AB747-E2E8-78A9-75A0-445D7BB1D75F}"/>
                </a:ext>
              </a:extLst>
            </p:cNvPr>
            <p:cNvGrpSpPr/>
            <p:nvPr/>
          </p:nvGrpSpPr>
          <p:grpSpPr>
            <a:xfrm>
              <a:off x="2" y="6361501"/>
              <a:ext cx="12301842" cy="640080"/>
              <a:chOff x="2" y="6361501"/>
              <a:chExt cx="12301842" cy="640080"/>
            </a:xfrm>
          </p:grpSpPr>
          <p:pic>
            <p:nvPicPr>
              <p:cNvPr id="12" name="Picture 11" descr="USGS.png">
                <a:extLst>
                  <a:ext uri="{FF2B5EF4-FFF2-40B4-BE49-F238E27FC236}">
                    <a16:creationId xmlns:a16="http://schemas.microsoft.com/office/drawing/2014/main" id="{A881F162-8592-E6EB-B737-A8F429CAFE1E}"/>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13" name="Picture 12" descr="Horizontal_CMYK_600.tif">
                <a:extLst>
                  <a:ext uri="{FF2B5EF4-FFF2-40B4-BE49-F238E27FC236}">
                    <a16:creationId xmlns:a16="http://schemas.microsoft.com/office/drawing/2014/main" id="{49CF5969-B0B9-D6AB-AA2B-DAEF64804BBF}"/>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4" name="Picture 13">
                <a:extLst>
                  <a:ext uri="{FF2B5EF4-FFF2-40B4-BE49-F238E27FC236}">
                    <a16:creationId xmlns:a16="http://schemas.microsoft.com/office/drawing/2014/main" id="{79236762-F7E2-2912-775F-C158415FBA27}"/>
                  </a:ext>
                </a:extLst>
              </p:cNvPr>
              <p:cNvPicPr>
                <a:picLocks noChangeAspect="1"/>
              </p:cNvPicPr>
              <p:nvPr/>
            </p:nvPicPr>
            <p:blipFill rotWithShape="1">
              <a:blip r:embed="rId6"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4044450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C93FB85-8DC1-A8EF-37B8-A9866358F96F}"/>
              </a:ext>
            </a:extLst>
          </p:cNvPr>
          <p:cNvPicPr>
            <a:picLocks noChangeAspect="1"/>
          </p:cNvPicPr>
          <p:nvPr/>
        </p:nvPicPr>
        <p:blipFill>
          <a:blip r:embed="rId2"/>
          <a:stretch>
            <a:fillRect/>
          </a:stretch>
        </p:blipFill>
        <p:spPr>
          <a:xfrm>
            <a:off x="3648597" y="1688717"/>
            <a:ext cx="4509155" cy="4803304"/>
          </a:xfrm>
          <a:prstGeom prst="rect">
            <a:avLst/>
          </a:prstGeom>
        </p:spPr>
      </p:pic>
      <p:sp>
        <p:nvSpPr>
          <p:cNvPr id="6" name="TextBox 5">
            <a:extLst>
              <a:ext uri="{FF2B5EF4-FFF2-40B4-BE49-F238E27FC236}">
                <a16:creationId xmlns:a16="http://schemas.microsoft.com/office/drawing/2014/main" id="{009EE99B-4843-211E-F1C6-B6237ACDFECB}"/>
              </a:ext>
            </a:extLst>
          </p:cNvPr>
          <p:cNvSpPr txBox="1">
            <a:spLocks noChangeArrowheads="1"/>
          </p:cNvSpPr>
          <p:nvPr/>
        </p:nvSpPr>
        <p:spPr bwMode="auto">
          <a:xfrm>
            <a:off x="3399197" y="840936"/>
            <a:ext cx="216379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rgbClr val="F9F9F9"/>
              </a:buClr>
              <a:buSzPct val="65000"/>
              <a:buFont typeface="Wingdings 2" panose="05020102010507070707" pitchFamily="18" charset="2"/>
              <a:buChar char=""/>
              <a:defRPr sz="2800">
                <a:solidFill>
                  <a:schemeClr val="tx1"/>
                </a:solidFill>
                <a:latin typeface="Book Antiqua" panose="02040602050305030304" pitchFamily="18" charset="0"/>
              </a:defRPr>
            </a:lvl1pPr>
            <a:lvl2pPr marL="742950" indent="-285750" eaLnBrk="0" hangingPunct="0">
              <a:spcBef>
                <a:spcPct val="20000"/>
              </a:spcBef>
              <a:buClr>
                <a:schemeClr val="tx1"/>
              </a:buClr>
              <a:buSzPct val="80000"/>
              <a:buFont typeface="Wingdings 2" panose="05020102010507070707" pitchFamily="18" charset="2"/>
              <a:buChar char=""/>
              <a:defRPr sz="2400">
                <a:solidFill>
                  <a:schemeClr val="tx1"/>
                </a:solidFill>
                <a:latin typeface="Book Antiqua" panose="02040602050305030304" pitchFamily="18" charset="0"/>
              </a:defRPr>
            </a:lvl2pPr>
            <a:lvl3pPr marL="1143000" indent="-228600" eaLnBrk="0" hangingPunct="0">
              <a:spcBef>
                <a:spcPct val="20000"/>
              </a:spcBef>
              <a:buClr>
                <a:schemeClr val="tx1"/>
              </a:buClr>
              <a:buSzPct val="95000"/>
              <a:buFont typeface="Wingdings" panose="05000000000000000000" pitchFamily="2" charset="2"/>
              <a:buChar char=""/>
              <a:defRPr sz="2200">
                <a:solidFill>
                  <a:schemeClr val="tx1"/>
                </a:solidFill>
                <a:latin typeface="Book Antiqua" panose="02040602050305030304" pitchFamily="18" charset="0"/>
              </a:defRPr>
            </a:lvl3pPr>
            <a:lvl4pPr marL="1600200" indent="-228600" eaLnBrk="0" hangingPunct="0">
              <a:spcBef>
                <a:spcPct val="20000"/>
              </a:spcBef>
              <a:buClr>
                <a:schemeClr val="tx1"/>
              </a:buClr>
              <a:buSzPct val="100000"/>
              <a:buFont typeface="Wingdings 3" panose="05040102010807070707" pitchFamily="18" charset="2"/>
              <a:buChar char=""/>
              <a:defRPr sz="2000">
                <a:solidFill>
                  <a:schemeClr val="tx1"/>
                </a:solidFill>
                <a:latin typeface="Book Antiqua" panose="02040602050305030304" pitchFamily="18" charset="0"/>
              </a:defRPr>
            </a:lvl4pPr>
            <a:lvl5pPr marL="2057400" indent="-228600" eaLnBrk="0" hangingPunct="0">
              <a:spcBef>
                <a:spcPct val="20000"/>
              </a:spcBef>
              <a:buClr>
                <a:schemeClr val="tx1"/>
              </a:buClr>
              <a:buFont typeface="Wingdings 2" panose="05020102010507070707" pitchFamily="18" charset="2"/>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en-US" b="1" dirty="0">
                <a:latin typeface="Arial" panose="020B0604020202020204" pitchFamily="34" charset="0"/>
                <a:cs typeface="Arial" panose="020B0604020202020204" pitchFamily="34" charset="0"/>
              </a:rPr>
              <a:t>Vector</a:t>
            </a:r>
            <a:r>
              <a:rPr lang="en-US" altLang="en-US" b="1" i="1" dirty="0">
                <a:latin typeface="Arial" panose="020B0604020202020204" pitchFamily="34" charset="0"/>
                <a:cs typeface="Arial" panose="020B0604020202020204" pitchFamily="34" charset="0"/>
              </a:rPr>
              <a:t> </a:t>
            </a:r>
            <a:r>
              <a:rPr lang="en-US" altLang="en-US" b="1" dirty="0">
                <a:latin typeface="Arial" panose="020B0604020202020204" pitchFamily="34" charset="0"/>
                <a:cs typeface="Arial" panose="020B0604020202020204" pitchFamily="34" charset="0"/>
              </a:rPr>
              <a:t>Data</a:t>
            </a:r>
          </a:p>
        </p:txBody>
      </p:sp>
      <p:sp>
        <p:nvSpPr>
          <p:cNvPr id="7" name="TextBox 6">
            <a:extLst>
              <a:ext uri="{FF2B5EF4-FFF2-40B4-BE49-F238E27FC236}">
                <a16:creationId xmlns:a16="http://schemas.microsoft.com/office/drawing/2014/main" id="{3EAC96D6-7911-1C6F-411F-F82E89CFBF65}"/>
              </a:ext>
            </a:extLst>
          </p:cNvPr>
          <p:cNvSpPr txBox="1">
            <a:spLocks noChangeArrowheads="1"/>
          </p:cNvSpPr>
          <p:nvPr/>
        </p:nvSpPr>
        <p:spPr bwMode="auto">
          <a:xfrm>
            <a:off x="6234861" y="799897"/>
            <a:ext cx="218521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rgbClr val="F9F9F9"/>
              </a:buClr>
              <a:buSzPct val="65000"/>
              <a:buFont typeface="Wingdings 2" panose="05020102010507070707" pitchFamily="18" charset="2"/>
              <a:buChar char=""/>
              <a:defRPr sz="2800">
                <a:solidFill>
                  <a:schemeClr val="tx1"/>
                </a:solidFill>
                <a:latin typeface="Book Antiqua" panose="02040602050305030304" pitchFamily="18" charset="0"/>
              </a:defRPr>
            </a:lvl1pPr>
            <a:lvl2pPr marL="742950" indent="-285750" eaLnBrk="0" hangingPunct="0">
              <a:spcBef>
                <a:spcPct val="20000"/>
              </a:spcBef>
              <a:buClr>
                <a:schemeClr val="tx1"/>
              </a:buClr>
              <a:buSzPct val="80000"/>
              <a:buFont typeface="Wingdings 2" panose="05020102010507070707" pitchFamily="18" charset="2"/>
              <a:buChar char=""/>
              <a:defRPr sz="2400">
                <a:solidFill>
                  <a:schemeClr val="tx1"/>
                </a:solidFill>
                <a:latin typeface="Book Antiqua" panose="02040602050305030304" pitchFamily="18" charset="0"/>
              </a:defRPr>
            </a:lvl2pPr>
            <a:lvl3pPr marL="1143000" indent="-228600" eaLnBrk="0" hangingPunct="0">
              <a:spcBef>
                <a:spcPct val="20000"/>
              </a:spcBef>
              <a:buClr>
                <a:schemeClr val="tx1"/>
              </a:buClr>
              <a:buSzPct val="95000"/>
              <a:buFont typeface="Wingdings" panose="05000000000000000000" pitchFamily="2" charset="2"/>
              <a:buChar char=""/>
              <a:defRPr sz="2200">
                <a:solidFill>
                  <a:schemeClr val="tx1"/>
                </a:solidFill>
                <a:latin typeface="Book Antiqua" panose="02040602050305030304" pitchFamily="18" charset="0"/>
              </a:defRPr>
            </a:lvl3pPr>
            <a:lvl4pPr marL="1600200" indent="-228600" eaLnBrk="0" hangingPunct="0">
              <a:spcBef>
                <a:spcPct val="20000"/>
              </a:spcBef>
              <a:buClr>
                <a:schemeClr val="tx1"/>
              </a:buClr>
              <a:buSzPct val="100000"/>
              <a:buFont typeface="Wingdings 3" panose="05040102010807070707" pitchFamily="18" charset="2"/>
              <a:buChar char=""/>
              <a:defRPr sz="2000">
                <a:solidFill>
                  <a:schemeClr val="tx1"/>
                </a:solidFill>
                <a:latin typeface="Book Antiqua" panose="02040602050305030304" pitchFamily="18" charset="0"/>
              </a:defRPr>
            </a:lvl4pPr>
            <a:lvl5pPr marL="2057400" indent="-228600" eaLnBrk="0" hangingPunct="0">
              <a:spcBef>
                <a:spcPct val="20000"/>
              </a:spcBef>
              <a:buClr>
                <a:schemeClr val="tx1"/>
              </a:buClr>
              <a:buFont typeface="Wingdings 2" panose="05020102010507070707" pitchFamily="18" charset="2"/>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en-US" b="1" dirty="0">
                <a:latin typeface="Arial" panose="020B0604020202020204" pitchFamily="34" charset="0"/>
                <a:cs typeface="Arial" panose="020B0604020202020204" pitchFamily="34" charset="0"/>
              </a:rPr>
              <a:t>Raster Data</a:t>
            </a:r>
          </a:p>
        </p:txBody>
      </p:sp>
      <p:sp>
        <p:nvSpPr>
          <p:cNvPr id="8" name="TextBox 18">
            <a:extLst>
              <a:ext uri="{FF2B5EF4-FFF2-40B4-BE49-F238E27FC236}">
                <a16:creationId xmlns:a16="http://schemas.microsoft.com/office/drawing/2014/main" id="{73DA4ACE-C5F0-2E52-5AE0-8AE9A68CD50D}"/>
              </a:ext>
            </a:extLst>
          </p:cNvPr>
          <p:cNvSpPr txBox="1">
            <a:spLocks noChangeArrowheads="1"/>
          </p:cNvSpPr>
          <p:nvPr/>
        </p:nvSpPr>
        <p:spPr bwMode="auto">
          <a:xfrm>
            <a:off x="5431777" y="2108842"/>
            <a:ext cx="1183337" cy="523220"/>
          </a:xfrm>
          <a:prstGeom prst="rect">
            <a:avLst/>
          </a:prstGeom>
          <a:solidFill>
            <a:schemeClr val="bg1"/>
          </a:solidFill>
          <a:ln>
            <a:noFill/>
          </a:ln>
        </p:spPr>
        <p:txBody>
          <a:bodyPr wrap="none">
            <a:spAutoFit/>
          </a:bodyPr>
          <a:lstStyle>
            <a:lvl1pPr eaLnBrk="0" hangingPunct="0">
              <a:spcBef>
                <a:spcPct val="20000"/>
              </a:spcBef>
              <a:buClr>
                <a:srgbClr val="F9F9F9"/>
              </a:buClr>
              <a:buSzPct val="65000"/>
              <a:buFont typeface="Wingdings 2" panose="05020102010507070707" pitchFamily="18" charset="2"/>
              <a:buChar char=""/>
              <a:defRPr sz="2800">
                <a:solidFill>
                  <a:schemeClr val="tx1"/>
                </a:solidFill>
                <a:latin typeface="Book Antiqua" panose="02040602050305030304" pitchFamily="18" charset="0"/>
              </a:defRPr>
            </a:lvl1pPr>
            <a:lvl2pPr marL="742950" indent="-285750" eaLnBrk="0" hangingPunct="0">
              <a:spcBef>
                <a:spcPct val="20000"/>
              </a:spcBef>
              <a:buClr>
                <a:schemeClr val="tx1"/>
              </a:buClr>
              <a:buSzPct val="80000"/>
              <a:buFont typeface="Wingdings 2" panose="05020102010507070707" pitchFamily="18" charset="2"/>
              <a:buChar char=""/>
              <a:defRPr sz="2400">
                <a:solidFill>
                  <a:schemeClr val="tx1"/>
                </a:solidFill>
                <a:latin typeface="Book Antiqua" panose="02040602050305030304" pitchFamily="18" charset="0"/>
              </a:defRPr>
            </a:lvl2pPr>
            <a:lvl3pPr marL="1143000" indent="-228600" eaLnBrk="0" hangingPunct="0">
              <a:spcBef>
                <a:spcPct val="20000"/>
              </a:spcBef>
              <a:buClr>
                <a:schemeClr val="tx1"/>
              </a:buClr>
              <a:buSzPct val="95000"/>
              <a:buFont typeface="Wingdings" panose="05000000000000000000" pitchFamily="2" charset="2"/>
              <a:buChar char=""/>
              <a:defRPr sz="2200">
                <a:solidFill>
                  <a:schemeClr val="tx1"/>
                </a:solidFill>
                <a:latin typeface="Book Antiqua" panose="02040602050305030304" pitchFamily="18" charset="0"/>
              </a:defRPr>
            </a:lvl3pPr>
            <a:lvl4pPr marL="1600200" indent="-228600" eaLnBrk="0" hangingPunct="0">
              <a:spcBef>
                <a:spcPct val="20000"/>
              </a:spcBef>
              <a:buClr>
                <a:schemeClr val="tx1"/>
              </a:buClr>
              <a:buSzPct val="100000"/>
              <a:buFont typeface="Wingdings 3" panose="05040102010807070707" pitchFamily="18" charset="2"/>
              <a:buChar char=""/>
              <a:defRPr sz="2000">
                <a:solidFill>
                  <a:schemeClr val="tx1"/>
                </a:solidFill>
                <a:latin typeface="Book Antiqua" panose="02040602050305030304" pitchFamily="18" charset="0"/>
              </a:defRPr>
            </a:lvl4pPr>
            <a:lvl5pPr marL="2057400" indent="-228600" eaLnBrk="0" hangingPunct="0">
              <a:spcBef>
                <a:spcPct val="20000"/>
              </a:spcBef>
              <a:buClr>
                <a:schemeClr val="tx1"/>
              </a:buClr>
              <a:buFont typeface="Wingdings 2" panose="05020102010507070707" pitchFamily="18" charset="2"/>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en-US" dirty="0">
                <a:latin typeface="Arial" panose="020B0604020202020204" pitchFamily="34" charset="0"/>
                <a:cs typeface="Arial" panose="020B0604020202020204" pitchFamily="34" charset="0"/>
              </a:rPr>
              <a:t>Points</a:t>
            </a:r>
          </a:p>
        </p:txBody>
      </p:sp>
      <p:sp>
        <p:nvSpPr>
          <p:cNvPr id="10" name="TextBox 19">
            <a:extLst>
              <a:ext uri="{FF2B5EF4-FFF2-40B4-BE49-F238E27FC236}">
                <a16:creationId xmlns:a16="http://schemas.microsoft.com/office/drawing/2014/main" id="{F01CCE78-4163-C1AB-68BC-6F814F42E649}"/>
              </a:ext>
            </a:extLst>
          </p:cNvPr>
          <p:cNvSpPr txBox="1">
            <a:spLocks noChangeArrowheads="1"/>
          </p:cNvSpPr>
          <p:nvPr/>
        </p:nvSpPr>
        <p:spPr bwMode="auto">
          <a:xfrm>
            <a:off x="5500706" y="3777211"/>
            <a:ext cx="1045479" cy="523220"/>
          </a:xfrm>
          <a:prstGeom prst="rect">
            <a:avLst/>
          </a:prstGeom>
          <a:solidFill>
            <a:schemeClr val="bg1"/>
          </a:solidFill>
          <a:ln>
            <a:noFill/>
          </a:ln>
        </p:spPr>
        <p:txBody>
          <a:bodyPr wrap="none">
            <a:spAutoFit/>
          </a:bodyPr>
          <a:lstStyle>
            <a:lvl1pPr eaLnBrk="0" hangingPunct="0">
              <a:spcBef>
                <a:spcPct val="20000"/>
              </a:spcBef>
              <a:buClr>
                <a:srgbClr val="F9F9F9"/>
              </a:buClr>
              <a:buSzPct val="65000"/>
              <a:buFont typeface="Wingdings 2" panose="05020102010507070707" pitchFamily="18" charset="2"/>
              <a:buChar char=""/>
              <a:defRPr sz="2800">
                <a:solidFill>
                  <a:schemeClr val="tx1"/>
                </a:solidFill>
                <a:latin typeface="Book Antiqua" panose="02040602050305030304" pitchFamily="18" charset="0"/>
              </a:defRPr>
            </a:lvl1pPr>
            <a:lvl2pPr marL="742950" indent="-285750" eaLnBrk="0" hangingPunct="0">
              <a:spcBef>
                <a:spcPct val="20000"/>
              </a:spcBef>
              <a:buClr>
                <a:schemeClr val="tx1"/>
              </a:buClr>
              <a:buSzPct val="80000"/>
              <a:buFont typeface="Wingdings 2" panose="05020102010507070707" pitchFamily="18" charset="2"/>
              <a:buChar char=""/>
              <a:defRPr sz="2400">
                <a:solidFill>
                  <a:schemeClr val="tx1"/>
                </a:solidFill>
                <a:latin typeface="Book Antiqua" panose="02040602050305030304" pitchFamily="18" charset="0"/>
              </a:defRPr>
            </a:lvl2pPr>
            <a:lvl3pPr marL="1143000" indent="-228600" eaLnBrk="0" hangingPunct="0">
              <a:spcBef>
                <a:spcPct val="20000"/>
              </a:spcBef>
              <a:buClr>
                <a:schemeClr val="tx1"/>
              </a:buClr>
              <a:buSzPct val="95000"/>
              <a:buFont typeface="Wingdings" panose="05000000000000000000" pitchFamily="2" charset="2"/>
              <a:buChar char=""/>
              <a:defRPr sz="2200">
                <a:solidFill>
                  <a:schemeClr val="tx1"/>
                </a:solidFill>
                <a:latin typeface="Book Antiqua" panose="02040602050305030304" pitchFamily="18" charset="0"/>
              </a:defRPr>
            </a:lvl3pPr>
            <a:lvl4pPr marL="1600200" indent="-228600" eaLnBrk="0" hangingPunct="0">
              <a:spcBef>
                <a:spcPct val="20000"/>
              </a:spcBef>
              <a:buClr>
                <a:schemeClr val="tx1"/>
              </a:buClr>
              <a:buSzPct val="100000"/>
              <a:buFont typeface="Wingdings 3" panose="05040102010807070707" pitchFamily="18" charset="2"/>
              <a:buChar char=""/>
              <a:defRPr sz="2000">
                <a:solidFill>
                  <a:schemeClr val="tx1"/>
                </a:solidFill>
                <a:latin typeface="Book Antiqua" panose="02040602050305030304" pitchFamily="18" charset="0"/>
              </a:defRPr>
            </a:lvl4pPr>
            <a:lvl5pPr marL="2057400" indent="-228600" eaLnBrk="0" hangingPunct="0">
              <a:spcBef>
                <a:spcPct val="20000"/>
              </a:spcBef>
              <a:buClr>
                <a:schemeClr val="tx1"/>
              </a:buClr>
              <a:buFont typeface="Wingdings 2" panose="05020102010507070707" pitchFamily="18" charset="2"/>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en-US" dirty="0">
                <a:latin typeface="Arial" panose="020B0604020202020204" pitchFamily="34" charset="0"/>
                <a:cs typeface="Arial" panose="020B0604020202020204" pitchFamily="34" charset="0"/>
              </a:rPr>
              <a:t>Lines</a:t>
            </a:r>
          </a:p>
        </p:txBody>
      </p:sp>
      <p:sp>
        <p:nvSpPr>
          <p:cNvPr id="14" name="TextBox 20">
            <a:extLst>
              <a:ext uri="{FF2B5EF4-FFF2-40B4-BE49-F238E27FC236}">
                <a16:creationId xmlns:a16="http://schemas.microsoft.com/office/drawing/2014/main" id="{438C06C3-2AC7-7A59-CC1C-FAC92C774F6B}"/>
              </a:ext>
            </a:extLst>
          </p:cNvPr>
          <p:cNvSpPr txBox="1">
            <a:spLocks noChangeArrowheads="1"/>
          </p:cNvSpPr>
          <p:nvPr/>
        </p:nvSpPr>
        <p:spPr bwMode="auto">
          <a:xfrm>
            <a:off x="5191326" y="5347766"/>
            <a:ext cx="1664238" cy="523220"/>
          </a:xfrm>
          <a:prstGeom prst="rect">
            <a:avLst/>
          </a:prstGeom>
          <a:solidFill>
            <a:schemeClr val="bg1"/>
          </a:solidFill>
          <a:ln>
            <a:noFill/>
          </a:ln>
        </p:spPr>
        <p:txBody>
          <a:bodyPr wrap="none">
            <a:spAutoFit/>
          </a:bodyPr>
          <a:lstStyle>
            <a:lvl1pPr eaLnBrk="0" hangingPunct="0">
              <a:spcBef>
                <a:spcPct val="20000"/>
              </a:spcBef>
              <a:buClr>
                <a:srgbClr val="F9F9F9"/>
              </a:buClr>
              <a:buSzPct val="65000"/>
              <a:buFont typeface="Wingdings 2" panose="05020102010507070707" pitchFamily="18" charset="2"/>
              <a:buChar char=""/>
              <a:defRPr sz="2800">
                <a:solidFill>
                  <a:schemeClr val="tx1"/>
                </a:solidFill>
                <a:latin typeface="Book Antiqua" panose="02040602050305030304" pitchFamily="18" charset="0"/>
              </a:defRPr>
            </a:lvl1pPr>
            <a:lvl2pPr marL="742950" indent="-285750" eaLnBrk="0" hangingPunct="0">
              <a:spcBef>
                <a:spcPct val="20000"/>
              </a:spcBef>
              <a:buClr>
                <a:schemeClr val="tx1"/>
              </a:buClr>
              <a:buSzPct val="80000"/>
              <a:buFont typeface="Wingdings 2" panose="05020102010507070707" pitchFamily="18" charset="2"/>
              <a:buChar char=""/>
              <a:defRPr sz="2400">
                <a:solidFill>
                  <a:schemeClr val="tx1"/>
                </a:solidFill>
                <a:latin typeface="Book Antiqua" panose="02040602050305030304" pitchFamily="18" charset="0"/>
              </a:defRPr>
            </a:lvl2pPr>
            <a:lvl3pPr marL="1143000" indent="-228600" eaLnBrk="0" hangingPunct="0">
              <a:spcBef>
                <a:spcPct val="20000"/>
              </a:spcBef>
              <a:buClr>
                <a:schemeClr val="tx1"/>
              </a:buClr>
              <a:buSzPct val="95000"/>
              <a:buFont typeface="Wingdings" panose="05000000000000000000" pitchFamily="2" charset="2"/>
              <a:buChar char=""/>
              <a:defRPr sz="2200">
                <a:solidFill>
                  <a:schemeClr val="tx1"/>
                </a:solidFill>
                <a:latin typeface="Book Antiqua" panose="02040602050305030304" pitchFamily="18" charset="0"/>
              </a:defRPr>
            </a:lvl3pPr>
            <a:lvl4pPr marL="1600200" indent="-228600" eaLnBrk="0" hangingPunct="0">
              <a:spcBef>
                <a:spcPct val="20000"/>
              </a:spcBef>
              <a:buClr>
                <a:schemeClr val="tx1"/>
              </a:buClr>
              <a:buSzPct val="100000"/>
              <a:buFont typeface="Wingdings 3" panose="05040102010807070707" pitchFamily="18" charset="2"/>
              <a:buChar char=""/>
              <a:defRPr sz="2000">
                <a:solidFill>
                  <a:schemeClr val="tx1"/>
                </a:solidFill>
                <a:latin typeface="Book Antiqua" panose="02040602050305030304" pitchFamily="18" charset="0"/>
              </a:defRPr>
            </a:lvl4pPr>
            <a:lvl5pPr marL="2057400" indent="-228600" eaLnBrk="0" hangingPunct="0">
              <a:spcBef>
                <a:spcPct val="20000"/>
              </a:spcBef>
              <a:buClr>
                <a:schemeClr val="tx1"/>
              </a:buClr>
              <a:buFont typeface="Wingdings 2" panose="05020102010507070707" pitchFamily="18" charset="2"/>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en-US" dirty="0">
                <a:latin typeface="Arial" panose="020B0604020202020204" pitchFamily="34" charset="0"/>
                <a:cs typeface="Arial" panose="020B0604020202020204" pitchFamily="34" charset="0"/>
              </a:rPr>
              <a:t>Polygons</a:t>
            </a:r>
          </a:p>
        </p:txBody>
      </p:sp>
      <p:sp>
        <p:nvSpPr>
          <p:cNvPr id="15" name="TextBox 53">
            <a:extLst>
              <a:ext uri="{FF2B5EF4-FFF2-40B4-BE49-F238E27FC236}">
                <a16:creationId xmlns:a16="http://schemas.microsoft.com/office/drawing/2014/main" id="{8277DC9F-A6D0-2E47-9EE8-EDD80E6F05B6}"/>
              </a:ext>
            </a:extLst>
          </p:cNvPr>
          <p:cNvSpPr txBox="1">
            <a:spLocks noChangeArrowheads="1"/>
          </p:cNvSpPr>
          <p:nvPr/>
        </p:nvSpPr>
        <p:spPr bwMode="auto">
          <a:xfrm>
            <a:off x="2396386" y="56607"/>
            <a:ext cx="701345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rgbClr val="F9F9F9"/>
              </a:buClr>
              <a:buSzPct val="65000"/>
              <a:buFont typeface="Wingdings 2" panose="05020102010507070707" pitchFamily="18" charset="2"/>
              <a:buChar char=""/>
              <a:defRPr sz="2800">
                <a:solidFill>
                  <a:schemeClr val="tx1"/>
                </a:solidFill>
                <a:latin typeface="Book Antiqua" panose="02040602050305030304" pitchFamily="18" charset="0"/>
              </a:defRPr>
            </a:lvl1pPr>
            <a:lvl2pPr marL="742950" indent="-285750" eaLnBrk="0" hangingPunct="0">
              <a:spcBef>
                <a:spcPct val="20000"/>
              </a:spcBef>
              <a:buClr>
                <a:schemeClr val="tx1"/>
              </a:buClr>
              <a:buSzPct val="80000"/>
              <a:buFont typeface="Wingdings 2" panose="05020102010507070707" pitchFamily="18" charset="2"/>
              <a:buChar char=""/>
              <a:defRPr sz="2400">
                <a:solidFill>
                  <a:schemeClr val="tx1"/>
                </a:solidFill>
                <a:latin typeface="Book Antiqua" panose="02040602050305030304" pitchFamily="18" charset="0"/>
              </a:defRPr>
            </a:lvl2pPr>
            <a:lvl3pPr marL="1143000" indent="-228600" eaLnBrk="0" hangingPunct="0">
              <a:spcBef>
                <a:spcPct val="20000"/>
              </a:spcBef>
              <a:buClr>
                <a:schemeClr val="tx1"/>
              </a:buClr>
              <a:buSzPct val="95000"/>
              <a:buFont typeface="Wingdings" panose="05000000000000000000" pitchFamily="2" charset="2"/>
              <a:buChar char=""/>
              <a:defRPr sz="2200">
                <a:solidFill>
                  <a:schemeClr val="tx1"/>
                </a:solidFill>
                <a:latin typeface="Book Antiqua" panose="02040602050305030304" pitchFamily="18" charset="0"/>
              </a:defRPr>
            </a:lvl3pPr>
            <a:lvl4pPr marL="1600200" indent="-228600" eaLnBrk="0" hangingPunct="0">
              <a:spcBef>
                <a:spcPct val="20000"/>
              </a:spcBef>
              <a:buClr>
                <a:schemeClr val="tx1"/>
              </a:buClr>
              <a:buSzPct val="100000"/>
              <a:buFont typeface="Wingdings 3" panose="05040102010807070707" pitchFamily="18" charset="2"/>
              <a:buChar char=""/>
              <a:defRPr sz="2000">
                <a:solidFill>
                  <a:schemeClr val="tx1"/>
                </a:solidFill>
                <a:latin typeface="Book Antiqua" panose="02040602050305030304" pitchFamily="18" charset="0"/>
              </a:defRPr>
            </a:lvl4pPr>
            <a:lvl5pPr marL="2057400" indent="-228600" eaLnBrk="0" hangingPunct="0">
              <a:spcBef>
                <a:spcPct val="20000"/>
              </a:spcBef>
              <a:buClr>
                <a:schemeClr val="tx1"/>
              </a:buClr>
              <a:buFont typeface="Wingdings 2" panose="05020102010507070707" pitchFamily="18" charset="2"/>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en-US" sz="3200" b="1" dirty="0">
                <a:latin typeface="Arial" panose="020B0604020202020204" pitchFamily="34" charset="0"/>
                <a:cs typeface="Arial" panose="020B0604020202020204" pitchFamily="34" charset="0"/>
              </a:rPr>
              <a:t>Representing Geographic Features</a:t>
            </a:r>
          </a:p>
        </p:txBody>
      </p:sp>
      <p:sp>
        <p:nvSpPr>
          <p:cNvPr id="16" name="TextBox 15">
            <a:extLst>
              <a:ext uri="{FF2B5EF4-FFF2-40B4-BE49-F238E27FC236}">
                <a16:creationId xmlns:a16="http://schemas.microsoft.com/office/drawing/2014/main" id="{14CCE719-4EC0-CBDD-D718-288235204A17}"/>
              </a:ext>
            </a:extLst>
          </p:cNvPr>
          <p:cNvSpPr txBox="1"/>
          <p:nvPr/>
        </p:nvSpPr>
        <p:spPr>
          <a:xfrm flipH="1">
            <a:off x="9409844" y="641382"/>
            <a:ext cx="4706309" cy="646331"/>
          </a:xfrm>
          <a:prstGeom prst="rect">
            <a:avLst/>
          </a:prstGeom>
          <a:noFill/>
        </p:spPr>
        <p:txBody>
          <a:bodyPr wrap="square" rtlCol="0">
            <a:spAutoFit/>
          </a:bodyPr>
          <a:lstStyle/>
          <a:p>
            <a:r>
              <a:rPr lang="en-US" i="1" dirty="0"/>
              <a:t>“Raster is faster;</a:t>
            </a:r>
          </a:p>
          <a:p>
            <a:r>
              <a:rPr lang="en-US" i="1" dirty="0"/>
              <a:t>Vector is correct-er”</a:t>
            </a:r>
          </a:p>
        </p:txBody>
      </p:sp>
      <p:sp>
        <p:nvSpPr>
          <p:cNvPr id="3" name="TextBox 2">
            <a:extLst>
              <a:ext uri="{FF2B5EF4-FFF2-40B4-BE49-F238E27FC236}">
                <a16:creationId xmlns:a16="http://schemas.microsoft.com/office/drawing/2014/main" id="{00B2E841-E447-DE37-2A8F-A33D2D7DE2A5}"/>
              </a:ext>
            </a:extLst>
          </p:cNvPr>
          <p:cNvSpPr txBox="1"/>
          <p:nvPr/>
        </p:nvSpPr>
        <p:spPr>
          <a:xfrm>
            <a:off x="8269793" y="1784811"/>
            <a:ext cx="3366198" cy="923330"/>
          </a:xfrm>
          <a:prstGeom prst="rect">
            <a:avLst/>
          </a:prstGeom>
          <a:noFill/>
        </p:spPr>
        <p:txBody>
          <a:bodyPr wrap="square">
            <a:spAutoFit/>
          </a:bodyPr>
          <a:lstStyle/>
          <a:p>
            <a:r>
              <a:rPr lang="en-US" dirty="0"/>
              <a:t>Digital elevation models (DEMs), </a:t>
            </a:r>
            <a:r>
              <a:rPr lang="en-US" dirty="0" err="1"/>
              <a:t>hillshades</a:t>
            </a:r>
            <a:r>
              <a:rPr lang="en-US" dirty="0"/>
              <a:t>, satellite images are all </a:t>
            </a:r>
            <a:r>
              <a:rPr lang="en-US" dirty="0" err="1"/>
              <a:t>rasters</a:t>
            </a:r>
            <a:endParaRPr lang="en-US" dirty="0"/>
          </a:p>
        </p:txBody>
      </p:sp>
      <p:pic>
        <p:nvPicPr>
          <p:cNvPr id="9" name="Picture 8">
            <a:extLst>
              <a:ext uri="{FF2B5EF4-FFF2-40B4-BE49-F238E27FC236}">
                <a16:creationId xmlns:a16="http://schemas.microsoft.com/office/drawing/2014/main" id="{F19E90FE-790E-BF94-E417-74F769E3D039}"/>
              </a:ext>
            </a:extLst>
          </p:cNvPr>
          <p:cNvPicPr>
            <a:picLocks noChangeAspect="1"/>
          </p:cNvPicPr>
          <p:nvPr/>
        </p:nvPicPr>
        <p:blipFill>
          <a:blip r:embed="rId3"/>
          <a:stretch>
            <a:fillRect/>
          </a:stretch>
        </p:blipFill>
        <p:spPr>
          <a:xfrm>
            <a:off x="8269793" y="2701800"/>
            <a:ext cx="2057578" cy="2042337"/>
          </a:xfrm>
          <a:prstGeom prst="rect">
            <a:avLst/>
          </a:prstGeom>
        </p:spPr>
      </p:pic>
      <p:pic>
        <p:nvPicPr>
          <p:cNvPr id="11" name="Picture 10" descr="A picture containing sea anemone, coelenterate&#10;&#10;Description automatically generated">
            <a:extLst>
              <a:ext uri="{FF2B5EF4-FFF2-40B4-BE49-F238E27FC236}">
                <a16:creationId xmlns:a16="http://schemas.microsoft.com/office/drawing/2014/main" id="{D1EEFDCF-0DC9-B395-B4FB-B5CF1E8560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85689" y="3206207"/>
            <a:ext cx="2191985" cy="2047776"/>
          </a:xfrm>
          <a:prstGeom prst="rect">
            <a:avLst/>
          </a:prstGeom>
        </p:spPr>
      </p:pic>
      <p:pic>
        <p:nvPicPr>
          <p:cNvPr id="17" name="Picture 16">
            <a:extLst>
              <a:ext uri="{FF2B5EF4-FFF2-40B4-BE49-F238E27FC236}">
                <a16:creationId xmlns:a16="http://schemas.microsoft.com/office/drawing/2014/main" id="{EE89B803-BB4E-463C-D853-A1E5211A4C53}"/>
              </a:ext>
            </a:extLst>
          </p:cNvPr>
          <p:cNvPicPr>
            <a:picLocks noChangeAspect="1"/>
          </p:cNvPicPr>
          <p:nvPr/>
        </p:nvPicPr>
        <p:blipFill>
          <a:blip r:embed="rId5"/>
          <a:stretch>
            <a:fillRect/>
          </a:stretch>
        </p:blipFill>
        <p:spPr>
          <a:xfrm>
            <a:off x="8269793" y="4870647"/>
            <a:ext cx="2132778" cy="1813111"/>
          </a:xfrm>
          <a:prstGeom prst="rect">
            <a:avLst/>
          </a:prstGeom>
        </p:spPr>
      </p:pic>
      <p:sp>
        <p:nvSpPr>
          <p:cNvPr id="19" name="TextBox 18">
            <a:extLst>
              <a:ext uri="{FF2B5EF4-FFF2-40B4-BE49-F238E27FC236}">
                <a16:creationId xmlns:a16="http://schemas.microsoft.com/office/drawing/2014/main" id="{45A7019F-B43C-6EA2-2E74-9B51775B4612}"/>
              </a:ext>
            </a:extLst>
          </p:cNvPr>
          <p:cNvSpPr txBox="1"/>
          <p:nvPr/>
        </p:nvSpPr>
        <p:spPr>
          <a:xfrm>
            <a:off x="175135" y="1784811"/>
            <a:ext cx="3417442" cy="1200329"/>
          </a:xfrm>
          <a:prstGeom prst="rect">
            <a:avLst/>
          </a:prstGeom>
          <a:noFill/>
        </p:spPr>
        <p:txBody>
          <a:bodyPr wrap="square">
            <a:spAutoFit/>
          </a:bodyPr>
          <a:lstStyle/>
          <a:p>
            <a:r>
              <a:rPr lang="en-US" dirty="0"/>
              <a:t>Features like road networks, lakes, park boundaries, station locations, etc. are usually vectors (in ArcGIS these are shapefiles)</a:t>
            </a:r>
          </a:p>
        </p:txBody>
      </p:sp>
      <p:pic>
        <p:nvPicPr>
          <p:cNvPr id="21" name="Picture 20">
            <a:extLst>
              <a:ext uri="{FF2B5EF4-FFF2-40B4-BE49-F238E27FC236}">
                <a16:creationId xmlns:a16="http://schemas.microsoft.com/office/drawing/2014/main" id="{DFAB660F-6065-3DC8-89E8-5EC8EA23BFC9}"/>
              </a:ext>
            </a:extLst>
          </p:cNvPr>
          <p:cNvPicPr>
            <a:picLocks noChangeAspect="1"/>
          </p:cNvPicPr>
          <p:nvPr/>
        </p:nvPicPr>
        <p:blipFill>
          <a:blip r:embed="rId6"/>
          <a:stretch>
            <a:fillRect/>
          </a:stretch>
        </p:blipFill>
        <p:spPr>
          <a:xfrm>
            <a:off x="267179" y="3030456"/>
            <a:ext cx="2455364" cy="2223527"/>
          </a:xfrm>
          <a:prstGeom prst="rect">
            <a:avLst/>
          </a:prstGeom>
        </p:spPr>
      </p:pic>
      <p:grpSp>
        <p:nvGrpSpPr>
          <p:cNvPr id="22" name="Group 21">
            <a:extLst>
              <a:ext uri="{FF2B5EF4-FFF2-40B4-BE49-F238E27FC236}">
                <a16:creationId xmlns:a16="http://schemas.microsoft.com/office/drawing/2014/main" id="{38A512AB-D8D2-900A-D180-9BF2551115AD}"/>
              </a:ext>
            </a:extLst>
          </p:cNvPr>
          <p:cNvGrpSpPr/>
          <p:nvPr/>
        </p:nvGrpSpPr>
        <p:grpSpPr>
          <a:xfrm>
            <a:off x="0" y="6362366"/>
            <a:ext cx="12301844" cy="640080"/>
            <a:chOff x="0" y="6361501"/>
            <a:chExt cx="12301844" cy="640080"/>
          </a:xfrm>
        </p:grpSpPr>
        <p:sp>
          <p:nvSpPr>
            <p:cNvPr id="23" name="Rectangle 22">
              <a:extLst>
                <a:ext uri="{FF2B5EF4-FFF2-40B4-BE49-F238E27FC236}">
                  <a16:creationId xmlns:a16="http://schemas.microsoft.com/office/drawing/2014/main" id="{A95D8898-19EF-BD8D-5E83-902577A571F4}"/>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D299B19B-5555-FE3B-A1CD-6957C6020182}"/>
                </a:ext>
              </a:extLst>
            </p:cNvPr>
            <p:cNvGrpSpPr/>
            <p:nvPr/>
          </p:nvGrpSpPr>
          <p:grpSpPr>
            <a:xfrm>
              <a:off x="2" y="6361501"/>
              <a:ext cx="12301842" cy="640080"/>
              <a:chOff x="2" y="6361501"/>
              <a:chExt cx="12301842" cy="640080"/>
            </a:xfrm>
          </p:grpSpPr>
          <p:pic>
            <p:nvPicPr>
              <p:cNvPr id="25" name="Picture 24" descr="USGS.png">
                <a:extLst>
                  <a:ext uri="{FF2B5EF4-FFF2-40B4-BE49-F238E27FC236}">
                    <a16:creationId xmlns:a16="http://schemas.microsoft.com/office/drawing/2014/main" id="{2AE974C7-D461-6089-6E3A-D91410CF3F8F}"/>
                  </a:ext>
                </a:extLst>
              </p:cNvPr>
              <p:cNvPicPr>
                <a:picLocks noChangeAspect="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26" name="Picture 25" descr="Horizontal_CMYK_600.tif">
                <a:extLst>
                  <a:ext uri="{FF2B5EF4-FFF2-40B4-BE49-F238E27FC236}">
                    <a16:creationId xmlns:a16="http://schemas.microsoft.com/office/drawing/2014/main" id="{DC1FD7E7-CB28-9EB8-A845-82DF358C4A05}"/>
                  </a:ext>
                </a:extLst>
              </p:cNvPr>
              <p:cNvPicPr>
                <a:picLocks noChangeAspect="1"/>
              </p:cNvPicPr>
              <p:nvPr/>
            </p:nvPicPr>
            <p:blipFill rotWithShape="1">
              <a:blip r:embed="rId8"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27" name="Picture 26">
                <a:extLst>
                  <a:ext uri="{FF2B5EF4-FFF2-40B4-BE49-F238E27FC236}">
                    <a16:creationId xmlns:a16="http://schemas.microsoft.com/office/drawing/2014/main" id="{85A1321F-910E-34BD-3577-D771A4B4CCF9}"/>
                  </a:ext>
                </a:extLst>
              </p:cNvPr>
              <p:cNvPicPr>
                <a:picLocks noChangeAspect="1"/>
              </p:cNvPicPr>
              <p:nvPr/>
            </p:nvPicPr>
            <p:blipFill rotWithShape="1">
              <a:blip r:embed="rId9"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656611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4926FC3-A095-290E-7DAF-0A722506BE50}"/>
              </a:ext>
            </a:extLst>
          </p:cNvPr>
          <p:cNvSpPr txBox="1">
            <a:spLocks noChangeArrowheads="1"/>
          </p:cNvSpPr>
          <p:nvPr/>
        </p:nvSpPr>
        <p:spPr bwMode="auto">
          <a:xfrm>
            <a:off x="5532441" y="1884367"/>
            <a:ext cx="286168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rgbClr val="F9F9F9"/>
              </a:buClr>
              <a:buSzPct val="65000"/>
              <a:buFont typeface="Wingdings 2" panose="05020102010507070707" pitchFamily="18" charset="2"/>
              <a:buChar char=""/>
              <a:defRPr sz="2800">
                <a:solidFill>
                  <a:schemeClr val="tx1"/>
                </a:solidFill>
                <a:latin typeface="Book Antiqua" panose="02040602050305030304" pitchFamily="18" charset="0"/>
              </a:defRPr>
            </a:lvl1pPr>
            <a:lvl2pPr marL="742950" indent="-285750" eaLnBrk="0" hangingPunct="0">
              <a:spcBef>
                <a:spcPct val="20000"/>
              </a:spcBef>
              <a:buClr>
                <a:schemeClr val="tx1"/>
              </a:buClr>
              <a:buSzPct val="80000"/>
              <a:buFont typeface="Wingdings 2" panose="05020102010507070707" pitchFamily="18" charset="2"/>
              <a:buChar char=""/>
              <a:defRPr sz="2400">
                <a:solidFill>
                  <a:schemeClr val="tx1"/>
                </a:solidFill>
                <a:latin typeface="Book Antiqua" panose="02040602050305030304" pitchFamily="18" charset="0"/>
              </a:defRPr>
            </a:lvl2pPr>
            <a:lvl3pPr marL="1143000" indent="-228600" eaLnBrk="0" hangingPunct="0">
              <a:spcBef>
                <a:spcPct val="20000"/>
              </a:spcBef>
              <a:buClr>
                <a:schemeClr val="tx1"/>
              </a:buClr>
              <a:buSzPct val="95000"/>
              <a:buFont typeface="Wingdings" panose="05000000000000000000" pitchFamily="2" charset="2"/>
              <a:buChar char=""/>
              <a:defRPr sz="2200">
                <a:solidFill>
                  <a:schemeClr val="tx1"/>
                </a:solidFill>
                <a:latin typeface="Book Antiqua" panose="02040602050305030304" pitchFamily="18" charset="0"/>
              </a:defRPr>
            </a:lvl3pPr>
            <a:lvl4pPr marL="1600200" indent="-228600" eaLnBrk="0" hangingPunct="0">
              <a:spcBef>
                <a:spcPct val="20000"/>
              </a:spcBef>
              <a:buClr>
                <a:schemeClr val="tx1"/>
              </a:buClr>
              <a:buSzPct val="100000"/>
              <a:buFont typeface="Wingdings 3" panose="05040102010807070707" pitchFamily="18" charset="2"/>
              <a:buChar char=""/>
              <a:defRPr sz="2000">
                <a:solidFill>
                  <a:schemeClr val="tx1"/>
                </a:solidFill>
                <a:latin typeface="Book Antiqua" panose="02040602050305030304" pitchFamily="18" charset="0"/>
              </a:defRPr>
            </a:lvl4pPr>
            <a:lvl5pPr marL="2057400" indent="-228600" eaLnBrk="0" hangingPunct="0">
              <a:spcBef>
                <a:spcPct val="20000"/>
              </a:spcBef>
              <a:buClr>
                <a:schemeClr val="tx1"/>
              </a:buClr>
              <a:buFont typeface="Wingdings 2" panose="05020102010507070707" pitchFamily="18" charset="2"/>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en-US" sz="2400"/>
              <a:t>Spatial Coordinates</a:t>
            </a:r>
          </a:p>
          <a:p>
            <a:pPr eaLnBrk="1" hangingPunct="1">
              <a:spcBef>
                <a:spcPct val="0"/>
              </a:spcBef>
              <a:buClrTx/>
              <a:buSzTx/>
              <a:buFontTx/>
              <a:buNone/>
            </a:pPr>
            <a:r>
              <a:rPr lang="en-US" altLang="en-US" sz="2400"/>
              <a:t>(204654, 3984988)</a:t>
            </a:r>
          </a:p>
        </p:txBody>
      </p:sp>
      <p:sp>
        <p:nvSpPr>
          <p:cNvPr id="3" name="TextBox 2">
            <a:extLst>
              <a:ext uri="{FF2B5EF4-FFF2-40B4-BE49-F238E27FC236}">
                <a16:creationId xmlns:a16="http://schemas.microsoft.com/office/drawing/2014/main" id="{974D011A-A6E3-C690-BCDB-56ADEAFE6D10}"/>
              </a:ext>
            </a:extLst>
          </p:cNvPr>
          <p:cNvSpPr txBox="1">
            <a:spLocks noChangeArrowheads="1"/>
          </p:cNvSpPr>
          <p:nvPr/>
        </p:nvSpPr>
        <p:spPr bwMode="auto">
          <a:xfrm>
            <a:off x="5788025" y="1300167"/>
            <a:ext cx="234872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rgbClr val="F9F9F9"/>
              </a:buClr>
              <a:buSzPct val="65000"/>
              <a:buFont typeface="Wingdings 2" panose="05020102010507070707" pitchFamily="18" charset="2"/>
              <a:buChar char=""/>
              <a:defRPr sz="2800">
                <a:solidFill>
                  <a:schemeClr val="tx1"/>
                </a:solidFill>
                <a:latin typeface="Book Antiqua" panose="02040602050305030304" pitchFamily="18" charset="0"/>
              </a:defRPr>
            </a:lvl1pPr>
            <a:lvl2pPr marL="742950" indent="-285750" eaLnBrk="0" hangingPunct="0">
              <a:spcBef>
                <a:spcPct val="20000"/>
              </a:spcBef>
              <a:buClr>
                <a:schemeClr val="tx1"/>
              </a:buClr>
              <a:buSzPct val="80000"/>
              <a:buFont typeface="Wingdings 2" panose="05020102010507070707" pitchFamily="18" charset="2"/>
              <a:buChar char=""/>
              <a:defRPr sz="2400">
                <a:solidFill>
                  <a:schemeClr val="tx1"/>
                </a:solidFill>
                <a:latin typeface="Book Antiqua" panose="02040602050305030304" pitchFamily="18" charset="0"/>
              </a:defRPr>
            </a:lvl2pPr>
            <a:lvl3pPr marL="1143000" indent="-228600" eaLnBrk="0" hangingPunct="0">
              <a:spcBef>
                <a:spcPct val="20000"/>
              </a:spcBef>
              <a:buClr>
                <a:schemeClr val="tx1"/>
              </a:buClr>
              <a:buSzPct val="95000"/>
              <a:buFont typeface="Wingdings" panose="05000000000000000000" pitchFamily="2" charset="2"/>
              <a:buChar char=""/>
              <a:defRPr sz="2200">
                <a:solidFill>
                  <a:schemeClr val="tx1"/>
                </a:solidFill>
                <a:latin typeface="Book Antiqua" panose="02040602050305030304" pitchFamily="18" charset="0"/>
              </a:defRPr>
            </a:lvl3pPr>
            <a:lvl4pPr marL="1600200" indent="-228600" eaLnBrk="0" hangingPunct="0">
              <a:spcBef>
                <a:spcPct val="20000"/>
              </a:spcBef>
              <a:buClr>
                <a:schemeClr val="tx1"/>
              </a:buClr>
              <a:buSzPct val="100000"/>
              <a:buFont typeface="Wingdings 3" panose="05040102010807070707" pitchFamily="18" charset="2"/>
              <a:buChar char=""/>
              <a:defRPr sz="2000">
                <a:solidFill>
                  <a:schemeClr val="tx1"/>
                </a:solidFill>
                <a:latin typeface="Book Antiqua" panose="02040602050305030304" pitchFamily="18" charset="0"/>
              </a:defRPr>
            </a:lvl4pPr>
            <a:lvl5pPr marL="2057400" indent="-228600" eaLnBrk="0" hangingPunct="0">
              <a:spcBef>
                <a:spcPct val="20000"/>
              </a:spcBef>
              <a:buClr>
                <a:schemeClr val="tx1"/>
              </a:buClr>
              <a:buFont typeface="Wingdings 2" panose="05020102010507070707" pitchFamily="18" charset="2"/>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en-US" sz="3200">
                <a:latin typeface="Arial" panose="020B0604020202020204" pitchFamily="34" charset="0"/>
                <a:cs typeface="Arial" panose="020B0604020202020204" pitchFamily="34" charset="0"/>
              </a:rPr>
              <a:t>Where is it?</a:t>
            </a:r>
          </a:p>
        </p:txBody>
      </p:sp>
      <p:graphicFrame>
        <p:nvGraphicFramePr>
          <p:cNvPr id="4" name="Table 3">
            <a:extLst>
              <a:ext uri="{FF2B5EF4-FFF2-40B4-BE49-F238E27FC236}">
                <a16:creationId xmlns:a16="http://schemas.microsoft.com/office/drawing/2014/main" id="{06681043-1DBC-2FF2-00BD-F99704A6FF04}"/>
              </a:ext>
            </a:extLst>
          </p:cNvPr>
          <p:cNvGraphicFramePr>
            <a:graphicFrameLocks noGrp="1"/>
          </p:cNvGraphicFramePr>
          <p:nvPr/>
        </p:nvGraphicFramePr>
        <p:xfrm>
          <a:off x="928688" y="4343402"/>
          <a:ext cx="6096000" cy="1143078"/>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375947">
                <a:tc>
                  <a:txBody>
                    <a:bodyPr/>
                    <a:lstStyle/>
                    <a:p>
                      <a:r>
                        <a:rPr lang="en-US" sz="1900" dirty="0"/>
                        <a:t>FID</a:t>
                      </a:r>
                    </a:p>
                  </a:txBody>
                  <a:tcPr marT="45733" marB="45733"/>
                </a:tc>
                <a:tc>
                  <a:txBody>
                    <a:bodyPr/>
                    <a:lstStyle/>
                    <a:p>
                      <a:r>
                        <a:rPr lang="en-US" sz="1900" dirty="0"/>
                        <a:t>Shape *</a:t>
                      </a:r>
                    </a:p>
                  </a:txBody>
                  <a:tcPr marT="45733" marB="45733"/>
                </a:tc>
                <a:tc>
                  <a:txBody>
                    <a:bodyPr/>
                    <a:lstStyle/>
                    <a:p>
                      <a:r>
                        <a:rPr lang="en-US" sz="1900" dirty="0"/>
                        <a:t>Volcano</a:t>
                      </a:r>
                    </a:p>
                  </a:txBody>
                  <a:tcPr marT="45733" marB="45733"/>
                </a:tc>
                <a:tc>
                  <a:txBody>
                    <a:bodyPr/>
                    <a:lstStyle/>
                    <a:p>
                      <a:r>
                        <a:rPr lang="en-US" sz="1900" dirty="0"/>
                        <a:t>Instrument</a:t>
                      </a:r>
                    </a:p>
                  </a:txBody>
                  <a:tcPr marT="45733" marB="45733"/>
                </a:tc>
                <a:tc>
                  <a:txBody>
                    <a:bodyPr/>
                    <a:lstStyle/>
                    <a:p>
                      <a:r>
                        <a:rPr lang="en-US" sz="1900" dirty="0"/>
                        <a:t>Solar?</a:t>
                      </a:r>
                    </a:p>
                  </a:txBody>
                  <a:tcPr marT="45733" marB="45733"/>
                </a:tc>
                <a:extLst>
                  <a:ext uri="{0D108BD9-81ED-4DB2-BD59-A6C34878D82A}">
                    <a16:rowId xmlns:a16="http://schemas.microsoft.com/office/drawing/2014/main" val="10000"/>
                  </a:ext>
                </a:extLst>
              </a:tr>
              <a:tr h="375947">
                <a:tc>
                  <a:txBody>
                    <a:bodyPr/>
                    <a:lstStyle/>
                    <a:p>
                      <a:r>
                        <a:rPr lang="en-US" sz="1900" dirty="0"/>
                        <a:t>024</a:t>
                      </a:r>
                    </a:p>
                  </a:txBody>
                  <a:tcPr marT="45733" marB="45733"/>
                </a:tc>
                <a:tc>
                  <a:txBody>
                    <a:bodyPr/>
                    <a:lstStyle/>
                    <a:p>
                      <a:r>
                        <a:rPr lang="en-US" sz="1900" dirty="0"/>
                        <a:t>point</a:t>
                      </a:r>
                    </a:p>
                  </a:txBody>
                  <a:tcPr marT="45733" marB="45733"/>
                </a:tc>
                <a:tc>
                  <a:txBody>
                    <a:bodyPr/>
                    <a:lstStyle/>
                    <a:p>
                      <a:r>
                        <a:rPr lang="en-US" sz="1900" dirty="0"/>
                        <a:t>Kilauea</a:t>
                      </a:r>
                    </a:p>
                  </a:txBody>
                  <a:tcPr marT="45733" marB="45733"/>
                </a:tc>
                <a:tc>
                  <a:txBody>
                    <a:bodyPr/>
                    <a:lstStyle/>
                    <a:p>
                      <a:r>
                        <a:rPr lang="en-US" sz="1900" dirty="0"/>
                        <a:t>Seismometer</a:t>
                      </a:r>
                    </a:p>
                  </a:txBody>
                  <a:tcPr marT="45733" marB="45733"/>
                </a:tc>
                <a:tc>
                  <a:txBody>
                    <a:bodyPr/>
                    <a:lstStyle/>
                    <a:p>
                      <a:r>
                        <a:rPr lang="en-US" sz="1900" dirty="0"/>
                        <a:t>Yes</a:t>
                      </a:r>
                    </a:p>
                  </a:txBody>
                  <a:tcPr marT="45733" marB="45733"/>
                </a:tc>
                <a:extLst>
                  <a:ext uri="{0D108BD9-81ED-4DB2-BD59-A6C34878D82A}">
                    <a16:rowId xmlns:a16="http://schemas.microsoft.com/office/drawing/2014/main" val="10001"/>
                  </a:ext>
                </a:extLst>
              </a:tr>
              <a:tr h="375947">
                <a:tc>
                  <a:txBody>
                    <a:bodyPr/>
                    <a:lstStyle/>
                    <a:p>
                      <a:endParaRPr lang="en-US" sz="1900"/>
                    </a:p>
                  </a:txBody>
                  <a:tcPr marT="45733" marB="45733"/>
                </a:tc>
                <a:tc>
                  <a:txBody>
                    <a:bodyPr/>
                    <a:lstStyle/>
                    <a:p>
                      <a:endParaRPr lang="en-US" sz="1900"/>
                    </a:p>
                  </a:txBody>
                  <a:tcPr marT="45733" marB="45733"/>
                </a:tc>
                <a:tc>
                  <a:txBody>
                    <a:bodyPr/>
                    <a:lstStyle/>
                    <a:p>
                      <a:endParaRPr lang="en-US" sz="1900"/>
                    </a:p>
                  </a:txBody>
                  <a:tcPr marT="45733" marB="45733"/>
                </a:tc>
                <a:tc>
                  <a:txBody>
                    <a:bodyPr/>
                    <a:lstStyle/>
                    <a:p>
                      <a:endParaRPr lang="en-US" sz="1900"/>
                    </a:p>
                  </a:txBody>
                  <a:tcPr marT="45733" marB="45733"/>
                </a:tc>
                <a:tc>
                  <a:txBody>
                    <a:bodyPr/>
                    <a:lstStyle/>
                    <a:p>
                      <a:endParaRPr lang="en-US" sz="1900" dirty="0"/>
                    </a:p>
                  </a:txBody>
                  <a:tcPr marT="45733" marB="45733"/>
                </a:tc>
                <a:extLst>
                  <a:ext uri="{0D108BD9-81ED-4DB2-BD59-A6C34878D82A}">
                    <a16:rowId xmlns:a16="http://schemas.microsoft.com/office/drawing/2014/main" val="10002"/>
                  </a:ext>
                </a:extLst>
              </a:tr>
            </a:tbl>
          </a:graphicData>
        </a:graphic>
      </p:graphicFrame>
      <p:sp>
        <p:nvSpPr>
          <p:cNvPr id="5" name="TextBox 4">
            <a:extLst>
              <a:ext uri="{FF2B5EF4-FFF2-40B4-BE49-F238E27FC236}">
                <a16:creationId xmlns:a16="http://schemas.microsoft.com/office/drawing/2014/main" id="{887B97C1-A72F-619F-FB79-F16CA0D39D4A}"/>
              </a:ext>
            </a:extLst>
          </p:cNvPr>
          <p:cNvSpPr txBox="1">
            <a:spLocks noChangeArrowheads="1"/>
          </p:cNvSpPr>
          <p:nvPr/>
        </p:nvSpPr>
        <p:spPr bwMode="auto">
          <a:xfrm>
            <a:off x="847725" y="3805242"/>
            <a:ext cx="15712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rgbClr val="F9F9F9"/>
              </a:buClr>
              <a:buSzPct val="65000"/>
              <a:buFont typeface="Wingdings 2" panose="05020102010507070707" pitchFamily="18" charset="2"/>
              <a:buChar char=""/>
              <a:defRPr sz="2800">
                <a:solidFill>
                  <a:schemeClr val="tx1"/>
                </a:solidFill>
                <a:latin typeface="Book Antiqua" panose="02040602050305030304" pitchFamily="18" charset="0"/>
              </a:defRPr>
            </a:lvl1pPr>
            <a:lvl2pPr marL="742950" indent="-285750" eaLnBrk="0" hangingPunct="0">
              <a:spcBef>
                <a:spcPct val="20000"/>
              </a:spcBef>
              <a:buClr>
                <a:schemeClr val="tx1"/>
              </a:buClr>
              <a:buSzPct val="80000"/>
              <a:buFont typeface="Wingdings 2" panose="05020102010507070707" pitchFamily="18" charset="2"/>
              <a:buChar char=""/>
              <a:defRPr sz="2400">
                <a:solidFill>
                  <a:schemeClr val="tx1"/>
                </a:solidFill>
                <a:latin typeface="Book Antiqua" panose="02040602050305030304" pitchFamily="18" charset="0"/>
              </a:defRPr>
            </a:lvl2pPr>
            <a:lvl3pPr marL="1143000" indent="-228600" eaLnBrk="0" hangingPunct="0">
              <a:spcBef>
                <a:spcPct val="20000"/>
              </a:spcBef>
              <a:buClr>
                <a:schemeClr val="tx1"/>
              </a:buClr>
              <a:buSzPct val="95000"/>
              <a:buFont typeface="Wingdings" panose="05000000000000000000" pitchFamily="2" charset="2"/>
              <a:buChar char=""/>
              <a:defRPr sz="2200">
                <a:solidFill>
                  <a:schemeClr val="tx1"/>
                </a:solidFill>
                <a:latin typeface="Book Antiqua" panose="02040602050305030304" pitchFamily="18" charset="0"/>
              </a:defRPr>
            </a:lvl3pPr>
            <a:lvl4pPr marL="1600200" indent="-228600" eaLnBrk="0" hangingPunct="0">
              <a:spcBef>
                <a:spcPct val="20000"/>
              </a:spcBef>
              <a:buClr>
                <a:schemeClr val="tx1"/>
              </a:buClr>
              <a:buSzPct val="100000"/>
              <a:buFont typeface="Wingdings 3" panose="05040102010807070707" pitchFamily="18" charset="2"/>
              <a:buChar char=""/>
              <a:defRPr sz="2000">
                <a:solidFill>
                  <a:schemeClr val="tx1"/>
                </a:solidFill>
                <a:latin typeface="Book Antiqua" panose="02040602050305030304" pitchFamily="18" charset="0"/>
              </a:defRPr>
            </a:lvl4pPr>
            <a:lvl5pPr marL="2057400" indent="-228600" eaLnBrk="0" hangingPunct="0">
              <a:spcBef>
                <a:spcPct val="20000"/>
              </a:spcBef>
              <a:buClr>
                <a:schemeClr val="tx1"/>
              </a:buClr>
              <a:buFont typeface="Wingdings 2" panose="05020102010507070707" pitchFamily="18" charset="2"/>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en-US" sz="2400"/>
              <a:t>Attributes</a:t>
            </a:r>
          </a:p>
        </p:txBody>
      </p:sp>
      <p:cxnSp>
        <p:nvCxnSpPr>
          <p:cNvPr id="6" name="Straight Connector 5">
            <a:extLst>
              <a:ext uri="{FF2B5EF4-FFF2-40B4-BE49-F238E27FC236}">
                <a16:creationId xmlns:a16="http://schemas.microsoft.com/office/drawing/2014/main" id="{1E20ECF1-7F55-A8AD-D958-9414CFAF3244}"/>
              </a:ext>
            </a:extLst>
          </p:cNvPr>
          <p:cNvCxnSpPr>
            <a:endCxn id="2" idx="1"/>
          </p:cNvCxnSpPr>
          <p:nvPr/>
        </p:nvCxnSpPr>
        <p:spPr>
          <a:xfrm flipV="1">
            <a:off x="4706939" y="2299864"/>
            <a:ext cx="825500" cy="41635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5D3CBAF-9DB8-18C6-7F2C-BFF6A14DDC35}"/>
              </a:ext>
            </a:extLst>
          </p:cNvPr>
          <p:cNvCxnSpPr/>
          <p:nvPr/>
        </p:nvCxnSpPr>
        <p:spPr>
          <a:xfrm flipV="1">
            <a:off x="3886203" y="3081340"/>
            <a:ext cx="512763" cy="118586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 name="Group 13">
            <a:extLst>
              <a:ext uri="{FF2B5EF4-FFF2-40B4-BE49-F238E27FC236}">
                <a16:creationId xmlns:a16="http://schemas.microsoft.com/office/drawing/2014/main" id="{8A3EC12A-3D0D-F17E-5FD4-016D78CCF1AF}"/>
              </a:ext>
            </a:extLst>
          </p:cNvPr>
          <p:cNvGrpSpPr>
            <a:grpSpLocks/>
          </p:cNvGrpSpPr>
          <p:nvPr/>
        </p:nvGrpSpPr>
        <p:grpSpPr bwMode="auto">
          <a:xfrm>
            <a:off x="4278316" y="2716216"/>
            <a:ext cx="428625" cy="365125"/>
            <a:chOff x="3124200" y="1695055"/>
            <a:chExt cx="457200" cy="555272"/>
          </a:xfrm>
        </p:grpSpPr>
        <p:cxnSp>
          <p:nvCxnSpPr>
            <p:cNvPr id="9" name="Straight Connector 8">
              <a:extLst>
                <a:ext uri="{FF2B5EF4-FFF2-40B4-BE49-F238E27FC236}">
                  <a16:creationId xmlns:a16="http://schemas.microsoft.com/office/drawing/2014/main" id="{E8EE1E2E-7F2C-B30E-7149-0D6B773F9545}"/>
                </a:ext>
              </a:extLst>
            </p:cNvPr>
            <p:cNvCxnSpPr/>
            <p:nvPr/>
          </p:nvCxnSpPr>
          <p:spPr>
            <a:xfrm>
              <a:off x="3352799" y="1695055"/>
              <a:ext cx="0" cy="555272"/>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664E818-83F9-9055-14DB-DFC7FD6ACD70}"/>
                </a:ext>
              </a:extLst>
            </p:cNvPr>
            <p:cNvCxnSpPr/>
            <p:nvPr/>
          </p:nvCxnSpPr>
          <p:spPr>
            <a:xfrm>
              <a:off x="3124200" y="1972690"/>
              <a:ext cx="457200"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1" name="TextBox 10">
            <a:extLst>
              <a:ext uri="{FF2B5EF4-FFF2-40B4-BE49-F238E27FC236}">
                <a16:creationId xmlns:a16="http://schemas.microsoft.com/office/drawing/2014/main" id="{DE31EBBD-4CA7-8419-017C-F66C89E6644A}"/>
              </a:ext>
            </a:extLst>
          </p:cNvPr>
          <p:cNvSpPr txBox="1">
            <a:spLocks noChangeArrowheads="1"/>
          </p:cNvSpPr>
          <p:nvPr/>
        </p:nvSpPr>
        <p:spPr bwMode="auto">
          <a:xfrm>
            <a:off x="847727" y="3051179"/>
            <a:ext cx="209865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rgbClr val="F9F9F9"/>
              </a:buClr>
              <a:buSzPct val="65000"/>
              <a:buFont typeface="Wingdings 2" panose="05020102010507070707" pitchFamily="18" charset="2"/>
              <a:buChar char=""/>
              <a:defRPr sz="2800">
                <a:solidFill>
                  <a:schemeClr val="tx1"/>
                </a:solidFill>
                <a:latin typeface="Book Antiqua" panose="02040602050305030304" pitchFamily="18" charset="0"/>
              </a:defRPr>
            </a:lvl1pPr>
            <a:lvl2pPr marL="742950" indent="-285750" eaLnBrk="0" hangingPunct="0">
              <a:spcBef>
                <a:spcPct val="20000"/>
              </a:spcBef>
              <a:buClr>
                <a:schemeClr val="tx1"/>
              </a:buClr>
              <a:buSzPct val="80000"/>
              <a:buFont typeface="Wingdings 2" panose="05020102010507070707" pitchFamily="18" charset="2"/>
              <a:buChar char=""/>
              <a:defRPr sz="2400">
                <a:solidFill>
                  <a:schemeClr val="tx1"/>
                </a:solidFill>
                <a:latin typeface="Book Antiqua" panose="02040602050305030304" pitchFamily="18" charset="0"/>
              </a:defRPr>
            </a:lvl2pPr>
            <a:lvl3pPr marL="1143000" indent="-228600" eaLnBrk="0" hangingPunct="0">
              <a:spcBef>
                <a:spcPct val="20000"/>
              </a:spcBef>
              <a:buClr>
                <a:schemeClr val="tx1"/>
              </a:buClr>
              <a:buSzPct val="95000"/>
              <a:buFont typeface="Wingdings" panose="05000000000000000000" pitchFamily="2" charset="2"/>
              <a:buChar char=""/>
              <a:defRPr sz="2200">
                <a:solidFill>
                  <a:schemeClr val="tx1"/>
                </a:solidFill>
                <a:latin typeface="Book Antiqua" panose="02040602050305030304" pitchFamily="18" charset="0"/>
              </a:defRPr>
            </a:lvl3pPr>
            <a:lvl4pPr marL="1600200" indent="-228600" eaLnBrk="0" hangingPunct="0">
              <a:spcBef>
                <a:spcPct val="20000"/>
              </a:spcBef>
              <a:buClr>
                <a:schemeClr val="tx1"/>
              </a:buClr>
              <a:buSzPct val="100000"/>
              <a:buFont typeface="Wingdings 3" panose="05040102010807070707" pitchFamily="18" charset="2"/>
              <a:buChar char=""/>
              <a:defRPr sz="2000">
                <a:solidFill>
                  <a:schemeClr val="tx1"/>
                </a:solidFill>
                <a:latin typeface="Book Antiqua" panose="02040602050305030304" pitchFamily="18" charset="0"/>
              </a:defRPr>
            </a:lvl4pPr>
            <a:lvl5pPr marL="2057400" indent="-228600" eaLnBrk="0" hangingPunct="0">
              <a:spcBef>
                <a:spcPct val="20000"/>
              </a:spcBef>
              <a:buClr>
                <a:schemeClr val="tx1"/>
              </a:buClr>
              <a:buFont typeface="Wingdings 2" panose="05020102010507070707" pitchFamily="18" charset="2"/>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en-US" sz="3200">
                <a:latin typeface="Arial" panose="020B0604020202020204" pitchFamily="34" charset="0"/>
                <a:cs typeface="Arial" panose="020B0604020202020204" pitchFamily="34" charset="0"/>
              </a:rPr>
              <a:t>What is it?</a:t>
            </a:r>
          </a:p>
        </p:txBody>
      </p:sp>
      <p:sp>
        <p:nvSpPr>
          <p:cNvPr id="12" name="TextBox 2">
            <a:extLst>
              <a:ext uri="{FF2B5EF4-FFF2-40B4-BE49-F238E27FC236}">
                <a16:creationId xmlns:a16="http://schemas.microsoft.com/office/drawing/2014/main" id="{92C1B24F-84FA-127A-7BEE-1DD5B7F5D1C9}"/>
              </a:ext>
            </a:extLst>
          </p:cNvPr>
          <p:cNvSpPr txBox="1">
            <a:spLocks noChangeArrowheads="1"/>
          </p:cNvSpPr>
          <p:nvPr/>
        </p:nvSpPr>
        <p:spPr bwMode="auto">
          <a:xfrm>
            <a:off x="481015" y="373067"/>
            <a:ext cx="10638593" cy="113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rgbClr val="F9F9F9"/>
              </a:buClr>
              <a:buSzPct val="65000"/>
              <a:buFont typeface="Wingdings 2" panose="05020102010507070707" pitchFamily="18" charset="2"/>
              <a:buChar char=""/>
              <a:defRPr sz="2800">
                <a:solidFill>
                  <a:schemeClr val="tx1"/>
                </a:solidFill>
                <a:latin typeface="Book Antiqua" panose="02040602050305030304" pitchFamily="18" charset="0"/>
              </a:defRPr>
            </a:lvl1pPr>
            <a:lvl2pPr marL="742950" indent="-285750" eaLnBrk="0" hangingPunct="0">
              <a:spcBef>
                <a:spcPct val="20000"/>
              </a:spcBef>
              <a:buClr>
                <a:schemeClr val="tx1"/>
              </a:buClr>
              <a:buSzPct val="80000"/>
              <a:buFont typeface="Wingdings 2" panose="05020102010507070707" pitchFamily="18" charset="2"/>
              <a:buChar char=""/>
              <a:defRPr sz="2400">
                <a:solidFill>
                  <a:schemeClr val="tx1"/>
                </a:solidFill>
                <a:latin typeface="Book Antiqua" panose="02040602050305030304" pitchFamily="18" charset="0"/>
              </a:defRPr>
            </a:lvl2pPr>
            <a:lvl3pPr marL="1143000" indent="-228600" eaLnBrk="0" hangingPunct="0">
              <a:spcBef>
                <a:spcPct val="20000"/>
              </a:spcBef>
              <a:buClr>
                <a:schemeClr val="tx1"/>
              </a:buClr>
              <a:buSzPct val="95000"/>
              <a:buFont typeface="Wingdings" panose="05000000000000000000" pitchFamily="2" charset="2"/>
              <a:buChar char=""/>
              <a:defRPr sz="2200">
                <a:solidFill>
                  <a:schemeClr val="tx1"/>
                </a:solidFill>
                <a:latin typeface="Book Antiqua" panose="02040602050305030304" pitchFamily="18" charset="0"/>
              </a:defRPr>
            </a:lvl3pPr>
            <a:lvl4pPr marL="1600200" indent="-228600" eaLnBrk="0" hangingPunct="0">
              <a:spcBef>
                <a:spcPct val="20000"/>
              </a:spcBef>
              <a:buClr>
                <a:schemeClr val="tx1"/>
              </a:buClr>
              <a:buSzPct val="100000"/>
              <a:buFont typeface="Wingdings 3" panose="05040102010807070707" pitchFamily="18" charset="2"/>
              <a:buChar char=""/>
              <a:defRPr sz="2000">
                <a:solidFill>
                  <a:schemeClr val="tx1"/>
                </a:solidFill>
                <a:latin typeface="Book Antiqua" panose="02040602050305030304" pitchFamily="18" charset="0"/>
              </a:defRPr>
            </a:lvl4pPr>
            <a:lvl5pPr marL="2057400" indent="-228600" eaLnBrk="0" hangingPunct="0">
              <a:spcBef>
                <a:spcPct val="20000"/>
              </a:spcBef>
              <a:buClr>
                <a:schemeClr val="tx1"/>
              </a:buClr>
              <a:buFont typeface="Wingdings 2" panose="05020102010507070707" pitchFamily="18" charset="2"/>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en-US" sz="3600" dirty="0">
                <a:solidFill>
                  <a:schemeClr val="accent4"/>
                </a:solidFill>
                <a:latin typeface="Arial" panose="020B0604020202020204" pitchFamily="34" charset="0"/>
                <a:cs typeface="Arial" panose="020B0604020202020204" pitchFamily="34" charset="0"/>
              </a:rPr>
              <a:t>GIS works </a:t>
            </a:r>
            <a:r>
              <a:rPr lang="en-US" altLang="en-US" sz="3200" dirty="0">
                <a:solidFill>
                  <a:schemeClr val="accent4"/>
                </a:solidFill>
                <a:latin typeface="Arial" panose="020B0604020202020204" pitchFamily="34" charset="0"/>
                <a:cs typeface="Arial" panose="020B0604020202020204" pitchFamily="34" charset="0"/>
              </a:rPr>
              <a:t>when you combine geographic location with attribute information</a:t>
            </a:r>
          </a:p>
        </p:txBody>
      </p:sp>
      <p:sp>
        <p:nvSpPr>
          <p:cNvPr id="13" name="TextBox 2">
            <a:extLst>
              <a:ext uri="{FF2B5EF4-FFF2-40B4-BE49-F238E27FC236}">
                <a16:creationId xmlns:a16="http://schemas.microsoft.com/office/drawing/2014/main" id="{4F75E029-B844-188F-2D5C-F7BB1C9D2786}"/>
              </a:ext>
            </a:extLst>
          </p:cNvPr>
          <p:cNvSpPr txBox="1">
            <a:spLocks noChangeArrowheads="1"/>
          </p:cNvSpPr>
          <p:nvPr/>
        </p:nvSpPr>
        <p:spPr bwMode="auto">
          <a:xfrm>
            <a:off x="7580520" y="4266907"/>
            <a:ext cx="4249357"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rgbClr val="F9F9F9"/>
              </a:buClr>
              <a:buSzPct val="65000"/>
              <a:buFont typeface="Wingdings 2" panose="05020102010507070707" pitchFamily="18" charset="2"/>
              <a:buChar char=""/>
              <a:defRPr sz="2800">
                <a:solidFill>
                  <a:schemeClr val="tx1"/>
                </a:solidFill>
                <a:latin typeface="Book Antiqua" panose="02040602050305030304" pitchFamily="18" charset="0"/>
              </a:defRPr>
            </a:lvl1pPr>
            <a:lvl2pPr marL="742950" indent="-285750" eaLnBrk="0" hangingPunct="0">
              <a:spcBef>
                <a:spcPct val="20000"/>
              </a:spcBef>
              <a:buClr>
                <a:schemeClr val="tx1"/>
              </a:buClr>
              <a:buSzPct val="80000"/>
              <a:buFont typeface="Wingdings 2" panose="05020102010507070707" pitchFamily="18" charset="2"/>
              <a:buChar char=""/>
              <a:defRPr sz="2400">
                <a:solidFill>
                  <a:schemeClr val="tx1"/>
                </a:solidFill>
                <a:latin typeface="Book Antiqua" panose="02040602050305030304" pitchFamily="18" charset="0"/>
              </a:defRPr>
            </a:lvl2pPr>
            <a:lvl3pPr marL="1143000" indent="-228600" eaLnBrk="0" hangingPunct="0">
              <a:spcBef>
                <a:spcPct val="20000"/>
              </a:spcBef>
              <a:buClr>
                <a:schemeClr val="tx1"/>
              </a:buClr>
              <a:buSzPct val="95000"/>
              <a:buFont typeface="Wingdings" panose="05000000000000000000" pitchFamily="2" charset="2"/>
              <a:buChar char=""/>
              <a:defRPr sz="2200">
                <a:solidFill>
                  <a:schemeClr val="tx1"/>
                </a:solidFill>
                <a:latin typeface="Book Antiqua" panose="02040602050305030304" pitchFamily="18" charset="0"/>
              </a:defRPr>
            </a:lvl3pPr>
            <a:lvl4pPr marL="1600200" indent="-228600" eaLnBrk="0" hangingPunct="0">
              <a:spcBef>
                <a:spcPct val="20000"/>
              </a:spcBef>
              <a:buClr>
                <a:schemeClr val="tx1"/>
              </a:buClr>
              <a:buSzPct val="100000"/>
              <a:buFont typeface="Wingdings 3" panose="05040102010807070707" pitchFamily="18" charset="2"/>
              <a:buChar char=""/>
              <a:defRPr sz="2000">
                <a:solidFill>
                  <a:schemeClr val="tx1"/>
                </a:solidFill>
                <a:latin typeface="Book Antiqua" panose="02040602050305030304" pitchFamily="18" charset="0"/>
              </a:defRPr>
            </a:lvl4pPr>
            <a:lvl5pPr marL="2057400" indent="-228600" eaLnBrk="0" hangingPunct="0">
              <a:spcBef>
                <a:spcPct val="20000"/>
              </a:spcBef>
              <a:buClr>
                <a:schemeClr val="tx1"/>
              </a:buClr>
              <a:buFont typeface="Wingdings 2" panose="05020102010507070707" pitchFamily="18" charset="2"/>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en-US" sz="3200" dirty="0">
                <a:solidFill>
                  <a:schemeClr val="accent4"/>
                </a:solidFill>
                <a:latin typeface="Arial" panose="020B0604020202020204" pitchFamily="34" charset="0"/>
                <a:cs typeface="Arial" panose="020B0604020202020204" pitchFamily="34" charset="0"/>
              </a:rPr>
              <a:t>and you display it with</a:t>
            </a:r>
          </a:p>
          <a:p>
            <a:pPr eaLnBrk="1" hangingPunct="1">
              <a:spcBef>
                <a:spcPct val="0"/>
              </a:spcBef>
              <a:buClrTx/>
              <a:buSzTx/>
              <a:buFontTx/>
              <a:buNone/>
            </a:pPr>
            <a:r>
              <a:rPr lang="en-US" altLang="en-US" sz="3200" dirty="0">
                <a:solidFill>
                  <a:schemeClr val="accent4"/>
                </a:solidFill>
                <a:latin typeface="Arial" panose="020B0604020202020204" pitchFamily="34" charset="0"/>
                <a:cs typeface="Arial" panose="020B0604020202020204" pitchFamily="34" charset="0"/>
              </a:rPr>
              <a:t>scale, direction, and system of measurement</a:t>
            </a:r>
          </a:p>
        </p:txBody>
      </p:sp>
      <p:grpSp>
        <p:nvGrpSpPr>
          <p:cNvPr id="14" name="Group 13">
            <a:extLst>
              <a:ext uri="{FF2B5EF4-FFF2-40B4-BE49-F238E27FC236}">
                <a16:creationId xmlns:a16="http://schemas.microsoft.com/office/drawing/2014/main" id="{3572326A-9657-80AF-1485-F6BB852E231F}"/>
              </a:ext>
            </a:extLst>
          </p:cNvPr>
          <p:cNvGrpSpPr/>
          <p:nvPr/>
        </p:nvGrpSpPr>
        <p:grpSpPr>
          <a:xfrm>
            <a:off x="0" y="6362366"/>
            <a:ext cx="12301844" cy="640080"/>
            <a:chOff x="0" y="6361501"/>
            <a:chExt cx="12301844" cy="640080"/>
          </a:xfrm>
        </p:grpSpPr>
        <p:sp>
          <p:nvSpPr>
            <p:cNvPr id="15" name="Rectangle 14">
              <a:extLst>
                <a:ext uri="{FF2B5EF4-FFF2-40B4-BE49-F238E27FC236}">
                  <a16:creationId xmlns:a16="http://schemas.microsoft.com/office/drawing/2014/main" id="{D95F6CFA-509F-E17F-6730-95247D2F897F}"/>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4BA60460-94F1-9F48-EE20-333024C387CB}"/>
                </a:ext>
              </a:extLst>
            </p:cNvPr>
            <p:cNvGrpSpPr/>
            <p:nvPr/>
          </p:nvGrpSpPr>
          <p:grpSpPr>
            <a:xfrm>
              <a:off x="2" y="6361501"/>
              <a:ext cx="12301842" cy="640080"/>
              <a:chOff x="2" y="6361501"/>
              <a:chExt cx="12301842" cy="640080"/>
            </a:xfrm>
          </p:grpSpPr>
          <p:pic>
            <p:nvPicPr>
              <p:cNvPr id="17" name="Picture 16" descr="USGS.png">
                <a:extLst>
                  <a:ext uri="{FF2B5EF4-FFF2-40B4-BE49-F238E27FC236}">
                    <a16:creationId xmlns:a16="http://schemas.microsoft.com/office/drawing/2014/main" id="{F0C183A7-C56A-EB14-CDF7-6E8EC17ED5A8}"/>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18" name="Picture 17" descr="Horizontal_CMYK_600.tif">
                <a:extLst>
                  <a:ext uri="{FF2B5EF4-FFF2-40B4-BE49-F238E27FC236}">
                    <a16:creationId xmlns:a16="http://schemas.microsoft.com/office/drawing/2014/main" id="{7D42CDE0-5D12-519B-9032-51F88267CEF6}"/>
                  </a:ext>
                </a:extLst>
              </p:cNvPr>
              <p:cNvPicPr>
                <a:picLocks noChangeAspect="1"/>
              </p:cNvPicPr>
              <p:nvPr/>
            </p:nvPicPr>
            <p:blipFill rotWithShape="1">
              <a:blip r:embed="rId3"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9" name="Picture 18">
                <a:extLst>
                  <a:ext uri="{FF2B5EF4-FFF2-40B4-BE49-F238E27FC236}">
                    <a16:creationId xmlns:a16="http://schemas.microsoft.com/office/drawing/2014/main" id="{C08D8198-3FDD-A60F-EB11-DA96FAA5183E}"/>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3551279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8C24322-EEC3-4E05-ACB9-494DD374FCE4}"/>
              </a:ext>
            </a:extLst>
          </p:cNvPr>
          <p:cNvPicPr>
            <a:picLocks noChangeAspect="1"/>
          </p:cNvPicPr>
          <p:nvPr/>
        </p:nvPicPr>
        <p:blipFill>
          <a:blip r:embed="rId3"/>
          <a:stretch>
            <a:fillRect/>
          </a:stretch>
        </p:blipFill>
        <p:spPr>
          <a:xfrm>
            <a:off x="280990" y="376240"/>
            <a:ext cx="11630025" cy="6105525"/>
          </a:xfrm>
          <a:prstGeom prst="rect">
            <a:avLst/>
          </a:prstGeom>
        </p:spPr>
      </p:pic>
      <p:sp>
        <p:nvSpPr>
          <p:cNvPr id="2" name="TextBox 1">
            <a:extLst>
              <a:ext uri="{FF2B5EF4-FFF2-40B4-BE49-F238E27FC236}">
                <a16:creationId xmlns:a16="http://schemas.microsoft.com/office/drawing/2014/main" id="{4525DFAA-93CD-E404-46C3-5F5FCE7CC02D}"/>
              </a:ext>
            </a:extLst>
          </p:cNvPr>
          <p:cNvSpPr txBox="1"/>
          <p:nvPr/>
        </p:nvSpPr>
        <p:spPr>
          <a:xfrm>
            <a:off x="1548953" y="5791968"/>
            <a:ext cx="9094093" cy="400110"/>
          </a:xfrm>
          <a:prstGeom prst="rect">
            <a:avLst/>
          </a:prstGeom>
          <a:noFill/>
        </p:spPr>
        <p:txBody>
          <a:bodyPr wrap="none" rtlCol="0">
            <a:spAutoFit/>
          </a:bodyPr>
          <a:lstStyle/>
          <a:p>
            <a:r>
              <a:rPr lang="en-US" sz="2000" dirty="0"/>
              <a:t>Projections can preserve size, shape, and distance, but not all three at the same time!</a:t>
            </a:r>
          </a:p>
        </p:txBody>
      </p:sp>
      <p:grpSp>
        <p:nvGrpSpPr>
          <p:cNvPr id="3" name="Group 2">
            <a:extLst>
              <a:ext uri="{FF2B5EF4-FFF2-40B4-BE49-F238E27FC236}">
                <a16:creationId xmlns:a16="http://schemas.microsoft.com/office/drawing/2014/main" id="{148DD970-7EC0-EF21-F8DD-1A0154CCCE81}"/>
              </a:ext>
            </a:extLst>
          </p:cNvPr>
          <p:cNvGrpSpPr/>
          <p:nvPr/>
        </p:nvGrpSpPr>
        <p:grpSpPr>
          <a:xfrm>
            <a:off x="0" y="6362366"/>
            <a:ext cx="12301844" cy="640080"/>
            <a:chOff x="0" y="6361501"/>
            <a:chExt cx="12301844" cy="640080"/>
          </a:xfrm>
        </p:grpSpPr>
        <p:sp>
          <p:nvSpPr>
            <p:cNvPr id="4" name="Rectangle 3">
              <a:extLst>
                <a:ext uri="{FF2B5EF4-FFF2-40B4-BE49-F238E27FC236}">
                  <a16:creationId xmlns:a16="http://schemas.microsoft.com/office/drawing/2014/main" id="{94A0FCB0-E0FA-6829-9550-E3F0B667B934}"/>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FC1CE681-999A-6D4F-54E3-A8F623CA424C}"/>
                </a:ext>
              </a:extLst>
            </p:cNvPr>
            <p:cNvGrpSpPr/>
            <p:nvPr/>
          </p:nvGrpSpPr>
          <p:grpSpPr>
            <a:xfrm>
              <a:off x="2" y="6361501"/>
              <a:ext cx="12301842" cy="640080"/>
              <a:chOff x="2" y="6361501"/>
              <a:chExt cx="12301842" cy="640080"/>
            </a:xfrm>
          </p:grpSpPr>
          <p:pic>
            <p:nvPicPr>
              <p:cNvPr id="6" name="Picture 5" descr="USGS.png">
                <a:extLst>
                  <a:ext uri="{FF2B5EF4-FFF2-40B4-BE49-F238E27FC236}">
                    <a16:creationId xmlns:a16="http://schemas.microsoft.com/office/drawing/2014/main" id="{D469B047-6EAD-EDDA-53FF-AC999E51BE30}"/>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8" name="Picture 7" descr="Horizontal_CMYK_600.tif">
                <a:extLst>
                  <a:ext uri="{FF2B5EF4-FFF2-40B4-BE49-F238E27FC236}">
                    <a16:creationId xmlns:a16="http://schemas.microsoft.com/office/drawing/2014/main" id="{765CC42D-DA1F-F378-4CBA-F94377E3A4B3}"/>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9" name="Picture 8">
                <a:extLst>
                  <a:ext uri="{FF2B5EF4-FFF2-40B4-BE49-F238E27FC236}">
                    <a16:creationId xmlns:a16="http://schemas.microsoft.com/office/drawing/2014/main" id="{97FFCBBC-62EC-5091-1A8B-CF8C1BD4136E}"/>
                  </a:ext>
                </a:extLst>
              </p:cNvPr>
              <p:cNvPicPr>
                <a:picLocks noChangeAspect="1"/>
              </p:cNvPicPr>
              <p:nvPr/>
            </p:nvPicPr>
            <p:blipFill rotWithShape="1">
              <a:blip r:embed="rId6"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3144418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descr="Diagram&#10;&#10;Description automatically generated">
            <a:extLst>
              <a:ext uri="{FF2B5EF4-FFF2-40B4-BE49-F238E27FC236}">
                <a16:creationId xmlns:a16="http://schemas.microsoft.com/office/drawing/2014/main" id="{072BCB7A-2AF9-EABE-FA5B-3F493905490F}"/>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t="905" r="-2" b="11176"/>
          <a:stretch/>
        </p:blipFill>
        <p:spPr>
          <a:xfrm>
            <a:off x="194030" y="2155928"/>
            <a:ext cx="5803323" cy="3890357"/>
          </a:xfrm>
          <a:prstGeom prst="rect">
            <a:avLst/>
          </a:prstGeom>
        </p:spPr>
      </p:pic>
      <p:sp>
        <p:nvSpPr>
          <p:cNvPr id="7" name="TextBox 6">
            <a:extLst>
              <a:ext uri="{FF2B5EF4-FFF2-40B4-BE49-F238E27FC236}">
                <a16:creationId xmlns:a16="http://schemas.microsoft.com/office/drawing/2014/main" id="{65B770E3-0BE8-358B-DFBF-8B6093EE3BEA}"/>
              </a:ext>
            </a:extLst>
          </p:cNvPr>
          <p:cNvSpPr txBox="1"/>
          <p:nvPr/>
        </p:nvSpPr>
        <p:spPr>
          <a:xfrm>
            <a:off x="6695483" y="1002808"/>
            <a:ext cx="4965032" cy="5139869"/>
          </a:xfrm>
          <a:prstGeom prst="rect">
            <a:avLst/>
          </a:prstGeom>
          <a:noFill/>
        </p:spPr>
        <p:txBody>
          <a:bodyPr wrap="square" rtlCol="0">
            <a:spAutoFit/>
          </a:bodyPr>
          <a:lstStyle/>
          <a:p>
            <a:pPr marL="285744" indent="-285744">
              <a:buFont typeface="Arial" panose="020B0604020202020204" pitchFamily="34" charset="0"/>
              <a:buChar char="•"/>
            </a:pPr>
            <a:r>
              <a:rPr lang="en-US" sz="2400" dirty="0">
                <a:latin typeface="Arial" panose="020B0604020202020204" pitchFamily="34" charset="0"/>
                <a:cs typeface="Arial" panose="020B0604020202020204" pitchFamily="34" charset="0"/>
              </a:rPr>
              <a:t>Geoid</a:t>
            </a:r>
          </a:p>
          <a:p>
            <a:pPr marL="742944" lvl="1" indent="-285744">
              <a:buFont typeface="Arial" panose="020B0604020202020204" pitchFamily="34" charset="0"/>
              <a:buChar char="•"/>
            </a:pPr>
            <a:r>
              <a:rPr lang="en-US" sz="2000" dirty="0">
                <a:latin typeface="Arial" panose="020B0604020202020204" pitchFamily="34" charset="0"/>
                <a:cs typeface="Arial" panose="020B0604020202020204" pitchFamily="34" charset="0"/>
              </a:rPr>
              <a:t>approximates mean sea level without winds or tides</a:t>
            </a:r>
          </a:p>
          <a:p>
            <a:pPr marL="742944" lvl="1" indent="-285744">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2400" dirty="0">
                <a:latin typeface="Arial" panose="020B0604020202020204" pitchFamily="34" charset="0"/>
                <a:cs typeface="Arial" panose="020B0604020202020204" pitchFamily="34" charset="0"/>
              </a:rPr>
              <a:t>Spheroid (ellipsoid)</a:t>
            </a:r>
          </a:p>
          <a:p>
            <a:pPr marL="742950" lvl="1"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Mathematically idealized approximation of the size and shape of Earth</a:t>
            </a:r>
          </a:p>
          <a:p>
            <a:pPr lvl="1"/>
            <a:endParaRPr lang="en-US" dirty="0">
              <a:latin typeface="Arial" panose="020B0604020202020204" pitchFamily="34" charset="0"/>
              <a:cs typeface="Arial" panose="020B0604020202020204" pitchFamily="34" charset="0"/>
            </a:endParaRPr>
          </a:p>
          <a:p>
            <a:pPr marL="285744" indent="-285744">
              <a:buFont typeface="Arial" panose="020B0604020202020204" pitchFamily="34" charset="0"/>
              <a:buChar char="•"/>
            </a:pPr>
            <a:r>
              <a:rPr lang="en-US" sz="2400" dirty="0">
                <a:latin typeface="Arial" panose="020B0604020202020204" pitchFamily="34" charset="0"/>
                <a:cs typeface="Arial" panose="020B0604020202020204" pitchFamily="34" charset="0"/>
              </a:rPr>
              <a:t>WGS84 datum</a:t>
            </a:r>
          </a:p>
          <a:p>
            <a:pPr marL="742944" lvl="1" indent="-285744">
              <a:buFont typeface="Arial" panose="020B0604020202020204" pitchFamily="34" charset="0"/>
              <a:buChar char="•"/>
            </a:pPr>
            <a:r>
              <a:rPr lang="en-US" sz="2000" dirty="0">
                <a:latin typeface="Arial" panose="020B0604020202020204" pitchFamily="34" charset="0"/>
                <a:cs typeface="Arial" panose="020B0604020202020204" pitchFamily="34" charset="0"/>
              </a:rPr>
              <a:t>World Geodetic System</a:t>
            </a:r>
          </a:p>
          <a:p>
            <a:pPr marL="742944" lvl="1" indent="-285744">
              <a:buFont typeface="Arial" panose="020B0604020202020204" pitchFamily="34" charset="0"/>
              <a:buChar char="•"/>
            </a:pPr>
            <a:r>
              <a:rPr lang="en-US" sz="2000" dirty="0">
                <a:latin typeface="Arial" panose="020B0604020202020204" pitchFamily="34" charset="0"/>
                <a:cs typeface="Arial" panose="020B0604020202020204" pitchFamily="34" charset="0"/>
              </a:rPr>
              <a:t>Defines an earth-centered coordinate system with the origin coordinate at the Earth’s center of mass</a:t>
            </a:r>
          </a:p>
          <a:p>
            <a:pPr marL="742944" lvl="1" indent="-285744">
              <a:buFont typeface="Arial" panose="020B0604020202020204" pitchFamily="34" charset="0"/>
              <a:buChar char="•"/>
            </a:pPr>
            <a:r>
              <a:rPr lang="en-US" sz="2000" dirty="0">
                <a:latin typeface="Arial" panose="020B0604020202020204" pitchFamily="34" charset="0"/>
                <a:cs typeface="Arial" panose="020B0604020202020204" pitchFamily="34" charset="0"/>
              </a:rPr>
              <a:t>Used by GPS and satellite data</a:t>
            </a:r>
          </a:p>
        </p:txBody>
      </p:sp>
      <p:pic>
        <p:nvPicPr>
          <p:cNvPr id="12" name="Picture 11" descr="Diagram&#10;&#10;Description automatically generated">
            <a:extLst>
              <a:ext uri="{FF2B5EF4-FFF2-40B4-BE49-F238E27FC236}">
                <a16:creationId xmlns:a16="http://schemas.microsoft.com/office/drawing/2014/main" id="{DA560322-89A8-A81B-6DA4-0E58D42953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187" y="1667767"/>
            <a:ext cx="6202680" cy="4779264"/>
          </a:xfrm>
          <a:prstGeom prst="rect">
            <a:avLst/>
          </a:prstGeom>
        </p:spPr>
      </p:pic>
      <p:sp>
        <p:nvSpPr>
          <p:cNvPr id="14" name="TextBox 13">
            <a:extLst>
              <a:ext uri="{FF2B5EF4-FFF2-40B4-BE49-F238E27FC236}">
                <a16:creationId xmlns:a16="http://schemas.microsoft.com/office/drawing/2014/main" id="{6C0D8042-7385-2EDE-9501-ACDF936B163D}"/>
              </a:ext>
            </a:extLst>
          </p:cNvPr>
          <p:cNvSpPr txBox="1"/>
          <p:nvPr/>
        </p:nvSpPr>
        <p:spPr>
          <a:xfrm>
            <a:off x="7284784" y="6447031"/>
            <a:ext cx="4548435" cy="307777"/>
          </a:xfrm>
          <a:prstGeom prst="rect">
            <a:avLst/>
          </a:prstGeom>
          <a:noFill/>
        </p:spPr>
        <p:txBody>
          <a:bodyPr wrap="square">
            <a:spAutoFit/>
          </a:bodyPr>
          <a:lstStyle/>
          <a:p>
            <a:r>
              <a:rPr lang="en-US" sz="1400" dirty="0"/>
              <a:t>https://en.wikipedia.org/wiki/World_Geodetic_System</a:t>
            </a:r>
          </a:p>
        </p:txBody>
      </p:sp>
      <p:pic>
        <p:nvPicPr>
          <p:cNvPr id="5" name="Picture 4">
            <a:extLst>
              <a:ext uri="{FF2B5EF4-FFF2-40B4-BE49-F238E27FC236}">
                <a16:creationId xmlns:a16="http://schemas.microsoft.com/office/drawing/2014/main" id="{C453745A-F4FB-4832-9E93-1A253762DD71}"/>
              </a:ext>
            </a:extLst>
          </p:cNvPr>
          <p:cNvPicPr>
            <a:picLocks noChangeAspect="1"/>
          </p:cNvPicPr>
          <p:nvPr/>
        </p:nvPicPr>
        <p:blipFill rotWithShape="1">
          <a:blip r:embed="rId5"/>
          <a:srcRect t="-1788" r="46426" b="86694"/>
          <a:stretch/>
        </p:blipFill>
        <p:spPr>
          <a:xfrm>
            <a:off x="3365260" y="-113261"/>
            <a:ext cx="5461479" cy="811715"/>
          </a:xfrm>
          <a:prstGeom prst="rect">
            <a:avLst/>
          </a:prstGeom>
        </p:spPr>
      </p:pic>
    </p:spTree>
    <p:extLst>
      <p:ext uri="{BB962C8B-B14F-4D97-AF65-F5344CB8AC3E}">
        <p14:creationId xmlns:p14="http://schemas.microsoft.com/office/powerpoint/2010/main" val="2947942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a:extLst>
              <a:ext uri="{FF2B5EF4-FFF2-40B4-BE49-F238E27FC236}">
                <a16:creationId xmlns:a16="http://schemas.microsoft.com/office/drawing/2014/main" id="{9B3C4FF3-8EE1-AB94-CEEE-1BAC543C82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2717" y="2311234"/>
            <a:ext cx="7188653" cy="454676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1617F59-5435-547A-F5C8-001953947E91}"/>
              </a:ext>
            </a:extLst>
          </p:cNvPr>
          <p:cNvSpPr txBox="1"/>
          <p:nvPr/>
        </p:nvSpPr>
        <p:spPr>
          <a:xfrm>
            <a:off x="217714" y="279909"/>
            <a:ext cx="6096000" cy="2308324"/>
          </a:xfrm>
          <a:prstGeom prst="rect">
            <a:avLst/>
          </a:prstGeom>
          <a:noFill/>
        </p:spPr>
        <p:txBody>
          <a:bodyPr wrap="square">
            <a:spAutoFit/>
          </a:bodyPr>
          <a:lstStyle/>
          <a:p>
            <a:r>
              <a:rPr lang="en-US" b="1" i="0" dirty="0">
                <a:effectLst/>
                <a:latin typeface="Arial" panose="020B0604020202020204" pitchFamily="34" charset="0"/>
              </a:rPr>
              <a:t>Universal Transverse Mercator</a:t>
            </a:r>
            <a:r>
              <a:rPr lang="en-US" b="0" i="0" dirty="0">
                <a:effectLst/>
                <a:latin typeface="Arial" panose="020B0604020202020204" pitchFamily="34" charset="0"/>
              </a:rPr>
              <a:t> (</a:t>
            </a:r>
            <a:r>
              <a:rPr lang="en-US" b="1" i="0" dirty="0">
                <a:effectLst/>
                <a:latin typeface="Arial" panose="020B0604020202020204" pitchFamily="34" charset="0"/>
              </a:rPr>
              <a:t>UTM</a:t>
            </a:r>
            <a:r>
              <a:rPr lang="en-US" b="0" i="0" dirty="0">
                <a:effectLst/>
                <a:latin typeface="Arial" panose="020B0604020202020204" pitchFamily="34" charset="0"/>
              </a:rPr>
              <a:t>) </a:t>
            </a:r>
          </a:p>
          <a:p>
            <a:pPr marL="285750" indent="-285750">
              <a:buFont typeface="Arial" panose="020B0604020202020204" pitchFamily="34" charset="0"/>
              <a:buChar char="•"/>
            </a:pPr>
            <a:r>
              <a:rPr lang="en-US" b="0" i="0" dirty="0">
                <a:effectLst/>
                <a:latin typeface="Arial" panose="020B0604020202020204" pitchFamily="34" charset="0"/>
              </a:rPr>
              <a:t>Divides earth into 60 zones and projects each to the plane as a basis for its coordinates</a:t>
            </a:r>
            <a:endParaRPr lang="en-US" dirty="0">
              <a:latin typeface="Arial" panose="020B0604020202020204" pitchFamily="34" charset="0"/>
            </a:endParaRPr>
          </a:p>
          <a:p>
            <a:pPr marL="285750" indent="-285750">
              <a:buFont typeface="Arial" panose="020B0604020202020204" pitchFamily="34" charset="0"/>
              <a:buChar char="•"/>
            </a:pPr>
            <a:r>
              <a:rPr lang="en-US" b="0" i="0" dirty="0">
                <a:effectLst/>
                <a:latin typeface="Arial" panose="020B0604020202020204" pitchFamily="34" charset="0"/>
              </a:rPr>
              <a:t>Specifying a location means specifying the zone and the </a:t>
            </a:r>
            <a:r>
              <a:rPr lang="en-US" b="0" i="1" dirty="0">
                <a:effectLst/>
                <a:latin typeface="Arial" panose="020B0604020202020204" pitchFamily="34" charset="0"/>
              </a:rPr>
              <a:t>x</a:t>
            </a:r>
            <a:r>
              <a:rPr lang="en-US" b="0" i="0" dirty="0">
                <a:effectLst/>
                <a:latin typeface="Arial" panose="020B0604020202020204" pitchFamily="34" charset="0"/>
              </a:rPr>
              <a:t>, </a:t>
            </a:r>
            <a:r>
              <a:rPr lang="en-US" b="0" i="1" dirty="0">
                <a:effectLst/>
                <a:latin typeface="Arial" panose="020B0604020202020204" pitchFamily="34" charset="0"/>
              </a:rPr>
              <a:t>y</a:t>
            </a:r>
            <a:r>
              <a:rPr lang="en-US" b="0" i="0" dirty="0">
                <a:effectLst/>
                <a:latin typeface="Arial" panose="020B0604020202020204" pitchFamily="34" charset="0"/>
              </a:rPr>
              <a:t> coordinate in that plane.</a:t>
            </a:r>
          </a:p>
          <a:p>
            <a:pPr marL="285750" indent="-285750">
              <a:buFont typeface="Arial" panose="020B0604020202020204" pitchFamily="34" charset="0"/>
              <a:buChar char="•"/>
            </a:pPr>
            <a:r>
              <a:rPr lang="en-US" dirty="0">
                <a:latin typeface="Arial" panose="020B0604020202020204" pitchFamily="34" charset="0"/>
              </a:rPr>
              <a:t>Uses a grid-based, cartesian system so calculating distances is easy (which is why we use it for ArcGIS versions of LAHARZ)</a:t>
            </a:r>
            <a:endParaRPr lang="en-US" dirty="0"/>
          </a:p>
        </p:txBody>
      </p:sp>
      <p:sp>
        <p:nvSpPr>
          <p:cNvPr id="6" name="TextBox 5">
            <a:extLst>
              <a:ext uri="{FF2B5EF4-FFF2-40B4-BE49-F238E27FC236}">
                <a16:creationId xmlns:a16="http://schemas.microsoft.com/office/drawing/2014/main" id="{B4EA8B38-FE4F-EFC6-99E7-7251216800E9}"/>
              </a:ext>
            </a:extLst>
          </p:cNvPr>
          <p:cNvSpPr txBox="1"/>
          <p:nvPr/>
        </p:nvSpPr>
        <p:spPr>
          <a:xfrm>
            <a:off x="7151914" y="326075"/>
            <a:ext cx="4223657" cy="923330"/>
          </a:xfrm>
          <a:prstGeom prst="rect">
            <a:avLst/>
          </a:prstGeom>
          <a:noFill/>
        </p:spPr>
        <p:txBody>
          <a:bodyPr wrap="square">
            <a:spAutoFit/>
          </a:bodyPr>
          <a:lstStyle/>
          <a:p>
            <a:r>
              <a:rPr lang="en-US" dirty="0">
                <a:hlinkClick r:id="rId3"/>
              </a:rPr>
              <a:t>https://hub.arcgis.com/datasets/esri::world-utm-grid/explore?location</a:t>
            </a:r>
            <a:endParaRPr lang="en-US" dirty="0"/>
          </a:p>
          <a:p>
            <a:endParaRPr lang="en-US" dirty="0"/>
          </a:p>
        </p:txBody>
      </p:sp>
      <p:pic>
        <p:nvPicPr>
          <p:cNvPr id="8" name="Picture 7">
            <a:extLst>
              <a:ext uri="{FF2B5EF4-FFF2-40B4-BE49-F238E27FC236}">
                <a16:creationId xmlns:a16="http://schemas.microsoft.com/office/drawing/2014/main" id="{2BDF1DD1-39F5-174D-47CC-F1E651624CC9}"/>
              </a:ext>
            </a:extLst>
          </p:cNvPr>
          <p:cNvPicPr>
            <a:picLocks noChangeAspect="1"/>
          </p:cNvPicPr>
          <p:nvPr/>
        </p:nvPicPr>
        <p:blipFill>
          <a:blip r:embed="rId4"/>
          <a:stretch>
            <a:fillRect/>
          </a:stretch>
        </p:blipFill>
        <p:spPr>
          <a:xfrm>
            <a:off x="655723" y="3047565"/>
            <a:ext cx="4025134" cy="3333757"/>
          </a:xfrm>
          <a:prstGeom prst="rect">
            <a:avLst/>
          </a:prstGeom>
        </p:spPr>
      </p:pic>
      <p:sp>
        <p:nvSpPr>
          <p:cNvPr id="10" name="TextBox 9">
            <a:extLst>
              <a:ext uri="{FF2B5EF4-FFF2-40B4-BE49-F238E27FC236}">
                <a16:creationId xmlns:a16="http://schemas.microsoft.com/office/drawing/2014/main" id="{DD09BE78-9BD8-198C-715C-6C9276E25B7F}"/>
              </a:ext>
            </a:extLst>
          </p:cNvPr>
          <p:cNvSpPr txBox="1"/>
          <p:nvPr/>
        </p:nvSpPr>
        <p:spPr>
          <a:xfrm>
            <a:off x="655723" y="2678233"/>
            <a:ext cx="6096000" cy="369332"/>
          </a:xfrm>
          <a:prstGeom prst="rect">
            <a:avLst/>
          </a:prstGeom>
          <a:noFill/>
        </p:spPr>
        <p:txBody>
          <a:bodyPr wrap="square">
            <a:spAutoFit/>
          </a:bodyPr>
          <a:lstStyle/>
          <a:p>
            <a:r>
              <a:rPr lang="en-US" dirty="0"/>
              <a:t>Google Earth: tools/options</a:t>
            </a:r>
          </a:p>
        </p:txBody>
      </p:sp>
      <p:sp>
        <p:nvSpPr>
          <p:cNvPr id="11" name="Oval 10">
            <a:extLst>
              <a:ext uri="{FF2B5EF4-FFF2-40B4-BE49-F238E27FC236}">
                <a16:creationId xmlns:a16="http://schemas.microsoft.com/office/drawing/2014/main" id="{3DF84ECE-CC5E-B73B-4DC3-6AB0731FB103}"/>
              </a:ext>
            </a:extLst>
          </p:cNvPr>
          <p:cNvSpPr/>
          <p:nvPr/>
        </p:nvSpPr>
        <p:spPr>
          <a:xfrm>
            <a:off x="805543" y="5715000"/>
            <a:ext cx="2024743" cy="435429"/>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C3A2D37-A98E-2215-3B2F-192FE6FF5FDC}"/>
              </a:ext>
            </a:extLst>
          </p:cNvPr>
          <p:cNvSpPr txBox="1"/>
          <p:nvPr/>
        </p:nvSpPr>
        <p:spPr>
          <a:xfrm>
            <a:off x="6215742" y="1167938"/>
            <a:ext cx="6096000" cy="1200329"/>
          </a:xfrm>
          <a:prstGeom prst="rect">
            <a:avLst/>
          </a:prstGeom>
          <a:noFill/>
        </p:spPr>
        <p:txBody>
          <a:bodyPr wrap="square">
            <a:spAutoFit/>
          </a:bodyPr>
          <a:lstStyle/>
          <a:p>
            <a:pPr marL="285750" indent="-285750">
              <a:buFont typeface="Arial" panose="020B0604020202020204" pitchFamily="34" charset="0"/>
              <a:buChar char="•"/>
            </a:pPr>
            <a:r>
              <a:rPr lang="en-US" b="0" i="0" dirty="0">
                <a:effectLst/>
                <a:latin typeface="Arial" panose="020B0604020202020204" pitchFamily="34" charset="0"/>
              </a:rPr>
              <a:t>For the ArcMap and </a:t>
            </a:r>
            <a:r>
              <a:rPr lang="en-US" b="0" i="0" dirty="0" err="1">
                <a:effectLst/>
                <a:latin typeface="Arial" panose="020B0604020202020204" pitchFamily="34" charset="0"/>
              </a:rPr>
              <a:t>ArcPro</a:t>
            </a:r>
            <a:r>
              <a:rPr lang="en-US" b="0" i="0" dirty="0">
                <a:effectLst/>
                <a:latin typeface="Arial" panose="020B0604020202020204" pitchFamily="34" charset="0"/>
              </a:rPr>
              <a:t> versions of LAHARZ, the DEM needs to be in UTM</a:t>
            </a:r>
          </a:p>
          <a:p>
            <a:pPr marL="285750" indent="-285750">
              <a:buFont typeface="Arial" panose="020B0604020202020204" pitchFamily="34" charset="0"/>
              <a:buChar char="•"/>
            </a:pPr>
            <a:r>
              <a:rPr lang="en-US" dirty="0">
                <a:latin typeface="Arial" panose="020B0604020202020204" pitchFamily="34" charset="0"/>
              </a:rPr>
              <a:t>For the VICTOR and stand-alone python versions, projections are handled internally</a:t>
            </a:r>
            <a:endParaRPr lang="en-US" dirty="0"/>
          </a:p>
        </p:txBody>
      </p:sp>
    </p:spTree>
    <p:extLst>
      <p:ext uri="{BB962C8B-B14F-4D97-AF65-F5344CB8AC3E}">
        <p14:creationId xmlns:p14="http://schemas.microsoft.com/office/powerpoint/2010/main" val="33382595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4"/>
          <p:cNvSpPr txBox="1">
            <a:spLocks noChangeArrowheads="1"/>
          </p:cNvSpPr>
          <p:nvPr/>
        </p:nvSpPr>
        <p:spPr bwMode="auto">
          <a:xfrm>
            <a:off x="217785" y="201862"/>
            <a:ext cx="3427784" cy="3090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altLang="en-US" sz="2400" b="1" dirty="0"/>
              <a:t>SRTM</a:t>
            </a:r>
          </a:p>
          <a:p>
            <a:pPr eaLnBrk="1" hangingPunct="1">
              <a:lnSpc>
                <a:spcPct val="120000"/>
              </a:lnSpc>
              <a:spcBef>
                <a:spcPct val="0"/>
              </a:spcBef>
              <a:buFontTx/>
              <a:buNone/>
            </a:pPr>
            <a:endParaRPr lang="en-US" altLang="en-US" sz="1400" dirty="0"/>
          </a:p>
          <a:p>
            <a:pPr eaLnBrk="1" hangingPunct="1">
              <a:lnSpc>
                <a:spcPct val="120000"/>
              </a:lnSpc>
              <a:spcBef>
                <a:spcPct val="0"/>
              </a:spcBef>
              <a:buFontTx/>
              <a:buNone/>
            </a:pPr>
            <a:r>
              <a:rPr lang="en-US" altLang="en-US" sz="1400" dirty="0"/>
              <a:t>Space Shuttle Radar Topography Mission Survey </a:t>
            </a:r>
          </a:p>
          <a:p>
            <a:pPr eaLnBrk="1" hangingPunct="1">
              <a:lnSpc>
                <a:spcPct val="120000"/>
              </a:lnSpc>
              <a:spcBef>
                <a:spcPct val="0"/>
              </a:spcBef>
              <a:buFontTx/>
              <a:buNone/>
            </a:pPr>
            <a:r>
              <a:rPr lang="en-US" altLang="en-US" sz="1400" dirty="0"/>
              <a:t>Collected for 11 days in February 2000</a:t>
            </a:r>
          </a:p>
          <a:p>
            <a:pPr eaLnBrk="1" hangingPunct="1">
              <a:lnSpc>
                <a:spcPct val="120000"/>
              </a:lnSpc>
              <a:spcBef>
                <a:spcPct val="0"/>
              </a:spcBef>
              <a:buFontTx/>
              <a:buNone/>
            </a:pPr>
            <a:r>
              <a:rPr lang="en-US" altLang="en-US" sz="1400" u="sng" dirty="0"/>
              <a:t>Radar</a:t>
            </a:r>
            <a:r>
              <a:rPr lang="en-US" altLang="en-US" sz="1400" dirty="0"/>
              <a:t> “sees” through clouds</a:t>
            </a:r>
          </a:p>
          <a:p>
            <a:pPr eaLnBrk="1" hangingPunct="1">
              <a:lnSpc>
                <a:spcPct val="120000"/>
              </a:lnSpc>
              <a:spcBef>
                <a:spcPct val="0"/>
              </a:spcBef>
              <a:buFontTx/>
              <a:buNone/>
            </a:pPr>
            <a:r>
              <a:rPr lang="en-US" altLang="en-US" sz="1400" dirty="0"/>
              <a:t>60</a:t>
            </a:r>
            <a:r>
              <a:rPr lang="en-US" altLang="en-US" sz="1400" b="1" dirty="0">
                <a:cs typeface="Arial" charset="0"/>
              </a:rPr>
              <a:t>°</a:t>
            </a:r>
            <a:r>
              <a:rPr lang="en-US" altLang="en-US" sz="1400" dirty="0"/>
              <a:t> N to 56</a:t>
            </a:r>
            <a:r>
              <a:rPr lang="en-US" altLang="en-US" sz="1400" b="1" dirty="0"/>
              <a:t>°</a:t>
            </a:r>
            <a:r>
              <a:rPr lang="en-US" altLang="en-US" sz="1400" dirty="0"/>
              <a:t> S, free</a:t>
            </a:r>
          </a:p>
          <a:p>
            <a:pPr eaLnBrk="1" hangingPunct="1">
              <a:lnSpc>
                <a:spcPct val="120000"/>
              </a:lnSpc>
              <a:spcBef>
                <a:spcPct val="0"/>
              </a:spcBef>
              <a:buFontTx/>
              <a:buNone/>
            </a:pPr>
            <a:r>
              <a:rPr lang="en-US" altLang="en-US" sz="1400" dirty="0"/>
              <a:t>X-band ~6cm wavelength</a:t>
            </a:r>
          </a:p>
          <a:p>
            <a:pPr eaLnBrk="1" hangingPunct="1">
              <a:lnSpc>
                <a:spcPct val="120000"/>
              </a:lnSpc>
              <a:spcBef>
                <a:spcPct val="0"/>
              </a:spcBef>
              <a:buFontTx/>
              <a:buNone/>
            </a:pPr>
            <a:r>
              <a:rPr lang="en-US" altLang="en-US" sz="1400" dirty="0"/>
              <a:t>30-meter global dataset </a:t>
            </a:r>
          </a:p>
          <a:p>
            <a:pPr eaLnBrk="1" hangingPunct="1">
              <a:lnSpc>
                <a:spcPct val="120000"/>
              </a:lnSpc>
              <a:spcBef>
                <a:spcPct val="0"/>
              </a:spcBef>
              <a:buFontTx/>
              <a:buNone/>
            </a:pPr>
            <a:r>
              <a:rPr lang="en-US" altLang="en-US" sz="1400" dirty="0"/>
              <a:t>Version 3 “MEASURES” released 2020</a:t>
            </a:r>
          </a:p>
          <a:p>
            <a:pPr eaLnBrk="1" hangingPunct="1">
              <a:lnSpc>
                <a:spcPct val="120000"/>
              </a:lnSpc>
              <a:spcBef>
                <a:spcPct val="0"/>
              </a:spcBef>
              <a:buFontTx/>
              <a:buNone/>
            </a:pPr>
            <a:endParaRPr lang="en-US" altLang="en-US" sz="1800" dirty="0"/>
          </a:p>
        </p:txBody>
      </p:sp>
      <p:pic>
        <p:nvPicPr>
          <p:cNvPr id="59395" name="Picture 6" descr="srt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1" y="3216442"/>
            <a:ext cx="3325813" cy="344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6" name="Text Box 7"/>
          <p:cNvSpPr txBox="1">
            <a:spLocks noChangeArrowheads="1"/>
          </p:cNvSpPr>
          <p:nvPr/>
        </p:nvSpPr>
        <p:spPr bwMode="auto">
          <a:xfrm>
            <a:off x="7321549" y="201862"/>
            <a:ext cx="4711546" cy="3090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altLang="en-US" sz="2400" b="1" dirty="0"/>
              <a:t>ASTER</a:t>
            </a:r>
          </a:p>
          <a:p>
            <a:pPr eaLnBrk="1" hangingPunct="1">
              <a:lnSpc>
                <a:spcPct val="120000"/>
              </a:lnSpc>
              <a:spcBef>
                <a:spcPct val="0"/>
              </a:spcBef>
              <a:buFontTx/>
              <a:buNone/>
            </a:pPr>
            <a:endParaRPr lang="en-US" altLang="en-US" sz="1400" dirty="0"/>
          </a:p>
          <a:p>
            <a:pPr eaLnBrk="1" hangingPunct="1">
              <a:lnSpc>
                <a:spcPct val="120000"/>
              </a:lnSpc>
              <a:spcBef>
                <a:spcPct val="0"/>
              </a:spcBef>
              <a:buFontTx/>
              <a:buNone/>
            </a:pPr>
            <a:r>
              <a:rPr lang="en-US" altLang="en-US" sz="1400" dirty="0"/>
              <a:t>Advanced Spaceborne Thermal Emission </a:t>
            </a:r>
          </a:p>
          <a:p>
            <a:pPr eaLnBrk="1" hangingPunct="1">
              <a:lnSpc>
                <a:spcPct val="120000"/>
              </a:lnSpc>
              <a:spcBef>
                <a:spcPct val="0"/>
              </a:spcBef>
              <a:buFontTx/>
              <a:buNone/>
            </a:pPr>
            <a:r>
              <a:rPr lang="en-US" altLang="en-US" sz="1400" dirty="0"/>
              <a:t> and Reflection Radiometer (</a:t>
            </a:r>
            <a:r>
              <a:rPr lang="en-US" altLang="en-US" sz="1400" u="sng" dirty="0"/>
              <a:t>optical</a:t>
            </a:r>
            <a:r>
              <a:rPr lang="en-US" altLang="en-US" sz="1400" dirty="0"/>
              <a:t> instrument) on Terra</a:t>
            </a:r>
          </a:p>
          <a:p>
            <a:pPr eaLnBrk="1" hangingPunct="1">
              <a:lnSpc>
                <a:spcPct val="120000"/>
              </a:lnSpc>
              <a:spcBef>
                <a:spcPct val="0"/>
              </a:spcBef>
              <a:buFontTx/>
              <a:buNone/>
            </a:pPr>
            <a:r>
              <a:rPr lang="en-US" altLang="en-US" sz="1400" dirty="0"/>
              <a:t>4 million images 2000-2019</a:t>
            </a:r>
          </a:p>
          <a:p>
            <a:pPr eaLnBrk="1" hangingPunct="1">
              <a:lnSpc>
                <a:spcPct val="120000"/>
              </a:lnSpc>
              <a:spcBef>
                <a:spcPct val="0"/>
              </a:spcBef>
              <a:buFontTx/>
              <a:buNone/>
            </a:pPr>
            <a:r>
              <a:rPr lang="en-US" altLang="en-US" sz="1400" dirty="0"/>
              <a:t>Data gaps: persistent clouds; filled with SRTM</a:t>
            </a:r>
          </a:p>
          <a:p>
            <a:pPr eaLnBrk="1" hangingPunct="1">
              <a:lnSpc>
                <a:spcPct val="120000"/>
              </a:lnSpc>
              <a:spcBef>
                <a:spcPct val="0"/>
              </a:spcBef>
              <a:buFontTx/>
              <a:buNone/>
            </a:pPr>
            <a:r>
              <a:rPr lang="en-US" altLang="en-US" sz="1400" dirty="0">
                <a:cs typeface="Arial" charset="0"/>
              </a:rPr>
              <a:t>83</a:t>
            </a:r>
            <a:r>
              <a:rPr lang="en-US" altLang="en-US" sz="1400" b="1" dirty="0">
                <a:cs typeface="Arial" charset="0"/>
              </a:rPr>
              <a:t>°</a:t>
            </a:r>
            <a:r>
              <a:rPr lang="en-US" altLang="en-US" sz="1400" dirty="0"/>
              <a:t> N to 83</a:t>
            </a:r>
            <a:r>
              <a:rPr lang="en-US" altLang="en-US" sz="1400" b="1" dirty="0"/>
              <a:t>°</a:t>
            </a:r>
            <a:r>
              <a:rPr lang="en-US" altLang="en-US" sz="1400" dirty="0"/>
              <a:t> S, free</a:t>
            </a:r>
          </a:p>
          <a:p>
            <a:pPr eaLnBrk="1" hangingPunct="1">
              <a:lnSpc>
                <a:spcPct val="120000"/>
              </a:lnSpc>
              <a:spcBef>
                <a:spcPct val="0"/>
              </a:spcBef>
              <a:buFontTx/>
              <a:buNone/>
            </a:pPr>
            <a:r>
              <a:rPr lang="en-US" altLang="en-US" sz="1400" dirty="0"/>
              <a:t>Optical stereo derived; elevations may include vegetation</a:t>
            </a:r>
          </a:p>
          <a:p>
            <a:pPr eaLnBrk="1" hangingPunct="1">
              <a:lnSpc>
                <a:spcPct val="120000"/>
              </a:lnSpc>
              <a:spcBef>
                <a:spcPct val="0"/>
              </a:spcBef>
              <a:buFontTx/>
              <a:buNone/>
            </a:pPr>
            <a:r>
              <a:rPr lang="en-US" altLang="en-US" sz="1400" dirty="0"/>
              <a:t>30-meter global dataset</a:t>
            </a:r>
          </a:p>
          <a:p>
            <a:pPr eaLnBrk="1" hangingPunct="1">
              <a:lnSpc>
                <a:spcPct val="120000"/>
              </a:lnSpc>
              <a:spcBef>
                <a:spcPct val="0"/>
              </a:spcBef>
              <a:buFontTx/>
              <a:buNone/>
            </a:pPr>
            <a:r>
              <a:rPr lang="en-US" altLang="en-US" sz="1400" dirty="0"/>
              <a:t>Version 3 released 2019</a:t>
            </a:r>
          </a:p>
          <a:p>
            <a:pPr eaLnBrk="1" hangingPunct="1">
              <a:lnSpc>
                <a:spcPct val="120000"/>
              </a:lnSpc>
              <a:spcBef>
                <a:spcPct val="0"/>
              </a:spcBef>
              <a:buFontTx/>
              <a:buNone/>
            </a:pPr>
            <a:endParaRPr lang="en-US" altLang="en-US" sz="1800" dirty="0"/>
          </a:p>
        </p:txBody>
      </p:sp>
      <p:pic>
        <p:nvPicPr>
          <p:cNvPr id="59397" name="Picture 9" descr="AS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21549" y="3205330"/>
            <a:ext cx="4171950" cy="340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descr="A satellite in space&#10;&#10;Description automatically generated with low confidence">
            <a:extLst>
              <a:ext uri="{FF2B5EF4-FFF2-40B4-BE49-F238E27FC236}">
                <a16:creationId xmlns:a16="http://schemas.microsoft.com/office/drawing/2014/main" id="{13612F81-0BBA-D6FD-2379-EB7741E5D17D}"/>
              </a:ext>
            </a:extLst>
          </p:cNvPr>
          <p:cNvPicPr>
            <a:picLocks noChangeAspect="1"/>
          </p:cNvPicPr>
          <p:nvPr/>
        </p:nvPicPr>
        <p:blipFill rotWithShape="1">
          <a:blip r:embed="rId4">
            <a:extLst>
              <a:ext uri="{28A0092B-C50C-407E-A947-70E740481C1C}">
                <a14:useLocalDpi xmlns:a14="http://schemas.microsoft.com/office/drawing/2010/main" val="0"/>
              </a:ext>
            </a:extLst>
          </a:blip>
          <a:srcRect l="14120" r="16301"/>
          <a:stretch/>
        </p:blipFill>
        <p:spPr>
          <a:xfrm>
            <a:off x="3681371" y="3205330"/>
            <a:ext cx="3513221" cy="3409473"/>
          </a:xfrm>
          <a:prstGeom prst="rect">
            <a:avLst/>
          </a:prstGeom>
        </p:spPr>
      </p:pic>
      <p:sp>
        <p:nvSpPr>
          <p:cNvPr id="5" name="Text Box 4">
            <a:extLst>
              <a:ext uri="{FF2B5EF4-FFF2-40B4-BE49-F238E27FC236}">
                <a16:creationId xmlns:a16="http://schemas.microsoft.com/office/drawing/2014/main" id="{E245C60E-8265-7A94-B650-056923684644}"/>
              </a:ext>
            </a:extLst>
          </p:cNvPr>
          <p:cNvSpPr txBox="1">
            <a:spLocks noChangeArrowheads="1"/>
          </p:cNvSpPr>
          <p:nvPr/>
        </p:nvSpPr>
        <p:spPr bwMode="auto">
          <a:xfrm>
            <a:off x="3681371" y="243197"/>
            <a:ext cx="3461566" cy="294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altLang="en-US" sz="2400" b="1" dirty="0" err="1"/>
              <a:t>TerraSAR</a:t>
            </a:r>
            <a:r>
              <a:rPr lang="en-US" altLang="en-US" sz="2400" b="1" dirty="0"/>
              <a:t>-X &amp; 	Tandem-X</a:t>
            </a:r>
          </a:p>
          <a:p>
            <a:pPr eaLnBrk="1" hangingPunct="1">
              <a:lnSpc>
                <a:spcPct val="120000"/>
              </a:lnSpc>
              <a:spcBef>
                <a:spcPct val="0"/>
              </a:spcBef>
              <a:buFontTx/>
              <a:buNone/>
            </a:pPr>
            <a:r>
              <a:rPr lang="en-US" altLang="en-US" sz="1400" dirty="0"/>
              <a:t>Pair of satellites flying in close formation</a:t>
            </a:r>
          </a:p>
          <a:p>
            <a:pPr eaLnBrk="1" hangingPunct="1">
              <a:lnSpc>
                <a:spcPct val="120000"/>
              </a:lnSpc>
              <a:spcBef>
                <a:spcPct val="0"/>
              </a:spcBef>
              <a:buFontTx/>
              <a:buNone/>
            </a:pPr>
            <a:r>
              <a:rPr lang="en-US" altLang="en-US" sz="1400" dirty="0"/>
              <a:t>Collected over 6 years of 2010-2015</a:t>
            </a:r>
          </a:p>
          <a:p>
            <a:pPr eaLnBrk="1" hangingPunct="1">
              <a:lnSpc>
                <a:spcPct val="120000"/>
              </a:lnSpc>
              <a:spcBef>
                <a:spcPct val="0"/>
              </a:spcBef>
              <a:buFontTx/>
              <a:buNone/>
            </a:pPr>
            <a:r>
              <a:rPr lang="en-US" altLang="en-US" sz="1400" u="sng" dirty="0"/>
              <a:t>Radar</a:t>
            </a:r>
            <a:r>
              <a:rPr lang="en-US" altLang="en-US" sz="1400" dirty="0"/>
              <a:t> “sees” through clouds</a:t>
            </a:r>
          </a:p>
          <a:p>
            <a:pPr eaLnBrk="1" hangingPunct="1">
              <a:lnSpc>
                <a:spcPct val="120000"/>
              </a:lnSpc>
              <a:spcBef>
                <a:spcPct val="0"/>
              </a:spcBef>
              <a:buFontTx/>
              <a:buNone/>
            </a:pPr>
            <a:r>
              <a:rPr lang="en-US" altLang="en-US" sz="1400" dirty="0"/>
              <a:t>0</a:t>
            </a:r>
            <a:r>
              <a:rPr lang="en-US" altLang="en-US" sz="1400" b="1" dirty="0">
                <a:cs typeface="Arial" charset="0"/>
              </a:rPr>
              <a:t>°</a:t>
            </a:r>
            <a:r>
              <a:rPr lang="en-US" altLang="en-US" sz="1400" dirty="0"/>
              <a:t> N to 0</a:t>
            </a:r>
            <a:r>
              <a:rPr lang="en-US" altLang="en-US" sz="1400" b="1" dirty="0"/>
              <a:t>°</a:t>
            </a:r>
            <a:r>
              <a:rPr lang="en-US" altLang="en-US" sz="1400" dirty="0"/>
              <a:t> S, free</a:t>
            </a:r>
          </a:p>
          <a:p>
            <a:pPr eaLnBrk="1" hangingPunct="1">
              <a:lnSpc>
                <a:spcPct val="120000"/>
              </a:lnSpc>
              <a:spcBef>
                <a:spcPct val="0"/>
              </a:spcBef>
              <a:buNone/>
            </a:pPr>
            <a:r>
              <a:rPr lang="en-US" altLang="en-US" sz="1400" dirty="0"/>
              <a:t>X-band ~6cm wavelength</a:t>
            </a:r>
          </a:p>
          <a:p>
            <a:pPr eaLnBrk="1" hangingPunct="1">
              <a:lnSpc>
                <a:spcPct val="120000"/>
              </a:lnSpc>
              <a:spcBef>
                <a:spcPct val="0"/>
              </a:spcBef>
              <a:buFontTx/>
              <a:buNone/>
            </a:pPr>
            <a:r>
              <a:rPr lang="en-US" altLang="en-US" sz="1400" dirty="0"/>
              <a:t>90-meter global dataset </a:t>
            </a:r>
          </a:p>
          <a:p>
            <a:pPr eaLnBrk="1" hangingPunct="1">
              <a:lnSpc>
                <a:spcPct val="120000"/>
              </a:lnSpc>
              <a:spcBef>
                <a:spcPct val="0"/>
              </a:spcBef>
              <a:buFontTx/>
              <a:buNone/>
            </a:pPr>
            <a:r>
              <a:rPr lang="en-US" altLang="en-US" sz="1400" dirty="0"/>
              <a:t>(future release of 30 or 12 meters?)</a:t>
            </a:r>
          </a:p>
          <a:p>
            <a:pPr eaLnBrk="1" hangingPunct="1">
              <a:lnSpc>
                <a:spcPct val="120000"/>
              </a:lnSpc>
              <a:spcBef>
                <a:spcPct val="0"/>
              </a:spcBef>
              <a:buFontTx/>
              <a:buNone/>
            </a:pPr>
            <a:endParaRPr lang="en-US" altLang="en-US" sz="1800" dirty="0"/>
          </a:p>
        </p:txBody>
      </p:sp>
    </p:spTree>
    <p:extLst>
      <p:ext uri="{BB962C8B-B14F-4D97-AF65-F5344CB8AC3E}">
        <p14:creationId xmlns:p14="http://schemas.microsoft.com/office/powerpoint/2010/main" val="805517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99575-3A54-4DC4-B997-38A045DFD05C}"/>
              </a:ext>
            </a:extLst>
          </p:cNvPr>
          <p:cNvSpPr>
            <a:spLocks noGrp="1"/>
          </p:cNvSpPr>
          <p:nvPr>
            <p:ph type="title"/>
          </p:nvPr>
        </p:nvSpPr>
        <p:spPr/>
        <p:txBody>
          <a:bodyPr/>
          <a:lstStyle/>
          <a:p>
            <a:r>
              <a:rPr lang="en-US" dirty="0"/>
              <a:t>DEMs on VICTOR</a:t>
            </a:r>
          </a:p>
        </p:txBody>
      </p:sp>
      <p:pic>
        <p:nvPicPr>
          <p:cNvPr id="4" name="Google Shape;86;p16">
            <a:extLst>
              <a:ext uri="{FF2B5EF4-FFF2-40B4-BE49-F238E27FC236}">
                <a16:creationId xmlns:a16="http://schemas.microsoft.com/office/drawing/2014/main" id="{DE673C22-A08B-49AA-C229-19FF13F15740}"/>
              </a:ext>
            </a:extLst>
          </p:cNvPr>
          <p:cNvPicPr preferRelativeResize="0"/>
          <p:nvPr/>
        </p:nvPicPr>
        <p:blipFill>
          <a:blip r:embed="rId2">
            <a:alphaModFix/>
          </a:blip>
          <a:stretch>
            <a:fillRect/>
          </a:stretch>
        </p:blipFill>
        <p:spPr>
          <a:xfrm>
            <a:off x="4185745" y="1166596"/>
            <a:ext cx="7168055" cy="1948518"/>
          </a:xfrm>
          <a:prstGeom prst="rect">
            <a:avLst/>
          </a:prstGeom>
          <a:noFill/>
          <a:ln>
            <a:noFill/>
          </a:ln>
        </p:spPr>
      </p:pic>
      <p:pic>
        <p:nvPicPr>
          <p:cNvPr id="6" name="Picture 5">
            <a:extLst>
              <a:ext uri="{FF2B5EF4-FFF2-40B4-BE49-F238E27FC236}">
                <a16:creationId xmlns:a16="http://schemas.microsoft.com/office/drawing/2014/main" id="{064AF156-B4B9-0499-F016-3B945A5EEC2C}"/>
              </a:ext>
            </a:extLst>
          </p:cNvPr>
          <p:cNvPicPr>
            <a:picLocks noChangeAspect="1"/>
          </p:cNvPicPr>
          <p:nvPr/>
        </p:nvPicPr>
        <p:blipFill>
          <a:blip r:embed="rId3"/>
          <a:stretch>
            <a:fillRect/>
          </a:stretch>
        </p:blipFill>
        <p:spPr>
          <a:xfrm>
            <a:off x="0" y="3099582"/>
            <a:ext cx="10646979" cy="3262784"/>
          </a:xfrm>
          <a:prstGeom prst="rect">
            <a:avLst/>
          </a:prstGeom>
        </p:spPr>
      </p:pic>
      <p:grpSp>
        <p:nvGrpSpPr>
          <p:cNvPr id="7" name="Group 6">
            <a:extLst>
              <a:ext uri="{FF2B5EF4-FFF2-40B4-BE49-F238E27FC236}">
                <a16:creationId xmlns:a16="http://schemas.microsoft.com/office/drawing/2014/main" id="{4A12532C-90B7-FF5F-A70E-800C76F65A7D}"/>
              </a:ext>
            </a:extLst>
          </p:cNvPr>
          <p:cNvGrpSpPr/>
          <p:nvPr/>
        </p:nvGrpSpPr>
        <p:grpSpPr>
          <a:xfrm>
            <a:off x="0" y="6362366"/>
            <a:ext cx="12301844" cy="640080"/>
            <a:chOff x="0" y="6361501"/>
            <a:chExt cx="12301844" cy="640080"/>
          </a:xfrm>
        </p:grpSpPr>
        <p:sp>
          <p:nvSpPr>
            <p:cNvPr id="8" name="Rectangle 7">
              <a:extLst>
                <a:ext uri="{FF2B5EF4-FFF2-40B4-BE49-F238E27FC236}">
                  <a16:creationId xmlns:a16="http://schemas.microsoft.com/office/drawing/2014/main" id="{62F4DDF5-7A2B-3605-E997-E3B925654603}"/>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61DBF61C-9AE9-4446-B0D2-2318677D3F54}"/>
                </a:ext>
              </a:extLst>
            </p:cNvPr>
            <p:cNvGrpSpPr/>
            <p:nvPr/>
          </p:nvGrpSpPr>
          <p:grpSpPr>
            <a:xfrm>
              <a:off x="2" y="6361501"/>
              <a:ext cx="12301842" cy="640080"/>
              <a:chOff x="2" y="6361501"/>
              <a:chExt cx="12301842" cy="640080"/>
            </a:xfrm>
          </p:grpSpPr>
          <p:pic>
            <p:nvPicPr>
              <p:cNvPr id="10" name="Picture 9" descr="USGS.png">
                <a:extLst>
                  <a:ext uri="{FF2B5EF4-FFF2-40B4-BE49-F238E27FC236}">
                    <a16:creationId xmlns:a16="http://schemas.microsoft.com/office/drawing/2014/main" id="{71E46E47-02FC-8979-10D9-FA9340F06A3C}"/>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11" name="Picture 10" descr="Horizontal_CMYK_600.tif">
                <a:extLst>
                  <a:ext uri="{FF2B5EF4-FFF2-40B4-BE49-F238E27FC236}">
                    <a16:creationId xmlns:a16="http://schemas.microsoft.com/office/drawing/2014/main" id="{3DDCE8B8-F5CB-9196-BA27-634D125DDFF4}"/>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2" name="Picture 11">
                <a:extLst>
                  <a:ext uri="{FF2B5EF4-FFF2-40B4-BE49-F238E27FC236}">
                    <a16:creationId xmlns:a16="http://schemas.microsoft.com/office/drawing/2014/main" id="{14D5BB9E-A587-F59C-AB37-87A77458EE1F}"/>
                  </a:ext>
                </a:extLst>
              </p:cNvPr>
              <p:cNvPicPr>
                <a:picLocks noChangeAspect="1"/>
              </p:cNvPicPr>
              <p:nvPr/>
            </p:nvPicPr>
            <p:blipFill rotWithShape="1">
              <a:blip r:embed="rId6"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24934857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0ACCF-F7BA-B4B4-DF05-F466A121662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E55BC7F-AC8B-5465-0853-915C862FC5F2}"/>
              </a:ext>
            </a:extLst>
          </p:cNvPr>
          <p:cNvSpPr>
            <a:spLocks noGrp="1"/>
          </p:cNvSpPr>
          <p:nvPr>
            <p:ph idx="1"/>
          </p:nvPr>
        </p:nvSpPr>
        <p:spPr/>
        <p:txBody>
          <a:bodyPr/>
          <a:lstStyle/>
          <a:p>
            <a:endParaRPr lang="en-US"/>
          </a:p>
        </p:txBody>
      </p:sp>
      <p:pic>
        <p:nvPicPr>
          <p:cNvPr id="1026" name="Picture 2">
            <a:extLst>
              <a:ext uri="{FF2B5EF4-FFF2-40B4-BE49-F238E27FC236}">
                <a16:creationId xmlns:a16="http://schemas.microsoft.com/office/drawing/2014/main" id="{4E96FC34-1D2F-33CB-E1C0-FC20DA3FDC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2763" y="433388"/>
            <a:ext cx="6086475" cy="5991225"/>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3">
            <a:extLst>
              <a:ext uri="{FF2B5EF4-FFF2-40B4-BE49-F238E27FC236}">
                <a16:creationId xmlns:a16="http://schemas.microsoft.com/office/drawing/2014/main" id="{8ED49E9E-069B-63E9-E322-9DACED5D4709}"/>
              </a:ext>
            </a:extLst>
          </p:cNvPr>
          <p:cNvGrpSpPr/>
          <p:nvPr/>
        </p:nvGrpSpPr>
        <p:grpSpPr>
          <a:xfrm>
            <a:off x="0" y="6362366"/>
            <a:ext cx="12301844" cy="640080"/>
            <a:chOff x="0" y="6361501"/>
            <a:chExt cx="12301844" cy="640080"/>
          </a:xfrm>
        </p:grpSpPr>
        <p:sp>
          <p:nvSpPr>
            <p:cNvPr id="5" name="Rectangle 4">
              <a:extLst>
                <a:ext uri="{FF2B5EF4-FFF2-40B4-BE49-F238E27FC236}">
                  <a16:creationId xmlns:a16="http://schemas.microsoft.com/office/drawing/2014/main" id="{87A1A042-3226-0B15-0DD6-07D191E73518}"/>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26F7F3EB-B2AE-3E4C-6797-4064829A6668}"/>
                </a:ext>
              </a:extLst>
            </p:cNvPr>
            <p:cNvGrpSpPr/>
            <p:nvPr/>
          </p:nvGrpSpPr>
          <p:grpSpPr>
            <a:xfrm>
              <a:off x="2" y="6361501"/>
              <a:ext cx="12301842" cy="640080"/>
              <a:chOff x="2" y="6361501"/>
              <a:chExt cx="12301842" cy="640080"/>
            </a:xfrm>
          </p:grpSpPr>
          <p:pic>
            <p:nvPicPr>
              <p:cNvPr id="7" name="Picture 6" descr="USGS.png">
                <a:extLst>
                  <a:ext uri="{FF2B5EF4-FFF2-40B4-BE49-F238E27FC236}">
                    <a16:creationId xmlns:a16="http://schemas.microsoft.com/office/drawing/2014/main" id="{C57F6966-F338-ABD3-08D7-9EE9C0C80754}"/>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8" name="Picture 7" descr="Horizontal_CMYK_600.tif">
                <a:extLst>
                  <a:ext uri="{FF2B5EF4-FFF2-40B4-BE49-F238E27FC236}">
                    <a16:creationId xmlns:a16="http://schemas.microsoft.com/office/drawing/2014/main" id="{93BBF150-5B45-EC6E-EE45-8DA6710A27B9}"/>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9" name="Picture 8">
                <a:extLst>
                  <a:ext uri="{FF2B5EF4-FFF2-40B4-BE49-F238E27FC236}">
                    <a16:creationId xmlns:a16="http://schemas.microsoft.com/office/drawing/2014/main" id="{C3477D87-B47D-9805-C9C5-F4F4FD5CD871}"/>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37023819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12E2DF66-F3A0-A607-937E-30F9668C9A6F}"/>
              </a:ext>
            </a:extLst>
          </p:cNvPr>
          <p:cNvGraphicFramePr>
            <a:graphicFrameLocks noGrp="1"/>
          </p:cNvGraphicFramePr>
          <p:nvPr>
            <p:extLst>
              <p:ext uri="{D42A27DB-BD31-4B8C-83A1-F6EECF244321}">
                <p14:modId xmlns:p14="http://schemas.microsoft.com/office/powerpoint/2010/main" val="1711657662"/>
              </p:ext>
            </p:extLst>
          </p:nvPr>
        </p:nvGraphicFramePr>
        <p:xfrm>
          <a:off x="3344193" y="1499750"/>
          <a:ext cx="8127999" cy="3557865"/>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75049220"/>
                    </a:ext>
                  </a:extLst>
                </a:gridCol>
                <a:gridCol w="2709333">
                  <a:extLst>
                    <a:ext uri="{9D8B030D-6E8A-4147-A177-3AD203B41FA5}">
                      <a16:colId xmlns:a16="http://schemas.microsoft.com/office/drawing/2014/main" val="2524555987"/>
                    </a:ext>
                  </a:extLst>
                </a:gridCol>
                <a:gridCol w="2709333">
                  <a:extLst>
                    <a:ext uri="{9D8B030D-6E8A-4147-A177-3AD203B41FA5}">
                      <a16:colId xmlns:a16="http://schemas.microsoft.com/office/drawing/2014/main" val="51205570"/>
                    </a:ext>
                  </a:extLst>
                </a:gridCol>
              </a:tblGrid>
              <a:tr h="1185955">
                <a:tc>
                  <a:txBody>
                    <a:bodyPr/>
                    <a:lstStyle/>
                    <a:p>
                      <a:endParaRPr lang="en-US" sz="1300" dirty="0"/>
                    </a:p>
                  </a:txBody>
                  <a:tcPr/>
                </a:tc>
                <a:tc>
                  <a:txBody>
                    <a:bodyPr/>
                    <a:lstStyle/>
                    <a:p>
                      <a:pPr algn="ctr"/>
                      <a:r>
                        <a:rPr lang="en-US" sz="2800" dirty="0"/>
                        <a:t>Precise</a:t>
                      </a:r>
                    </a:p>
                  </a:txBody>
                  <a:tcPr/>
                </a:tc>
                <a:tc>
                  <a:txBody>
                    <a:bodyPr/>
                    <a:lstStyle/>
                    <a:p>
                      <a:pPr algn="ctr"/>
                      <a:r>
                        <a:rPr lang="en-US" sz="2800" dirty="0"/>
                        <a:t>Not Precise</a:t>
                      </a:r>
                    </a:p>
                  </a:txBody>
                  <a:tcPr/>
                </a:tc>
                <a:extLst>
                  <a:ext uri="{0D108BD9-81ED-4DB2-BD59-A6C34878D82A}">
                    <a16:rowId xmlns:a16="http://schemas.microsoft.com/office/drawing/2014/main" val="2660822456"/>
                  </a:ext>
                </a:extLst>
              </a:tr>
              <a:tr h="1185955">
                <a:tc>
                  <a:txBody>
                    <a:bodyPr/>
                    <a:lstStyle/>
                    <a:p>
                      <a:pPr algn="ctr"/>
                      <a:r>
                        <a:rPr lang="en-US" sz="2400" dirty="0"/>
                        <a:t>Not Accurate</a:t>
                      </a:r>
                    </a:p>
                  </a:txBody>
                  <a:tcPr/>
                </a:tc>
                <a:tc>
                  <a:txBody>
                    <a:bodyPr/>
                    <a:lstStyle/>
                    <a:p>
                      <a:endParaRPr lang="en-US" sz="1300"/>
                    </a:p>
                  </a:txBody>
                  <a:tcPr/>
                </a:tc>
                <a:tc>
                  <a:txBody>
                    <a:bodyPr/>
                    <a:lstStyle/>
                    <a:p>
                      <a:endParaRPr lang="en-US" sz="1300"/>
                    </a:p>
                  </a:txBody>
                  <a:tcPr/>
                </a:tc>
                <a:extLst>
                  <a:ext uri="{0D108BD9-81ED-4DB2-BD59-A6C34878D82A}">
                    <a16:rowId xmlns:a16="http://schemas.microsoft.com/office/drawing/2014/main" val="807469264"/>
                  </a:ext>
                </a:extLst>
              </a:tr>
              <a:tr h="118595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Accurate</a:t>
                      </a:r>
                    </a:p>
                    <a:p>
                      <a:endParaRPr lang="en-US" sz="1300" dirty="0"/>
                    </a:p>
                  </a:txBody>
                  <a:tcPr/>
                </a:tc>
                <a:tc>
                  <a:txBody>
                    <a:bodyPr/>
                    <a:lstStyle/>
                    <a:p>
                      <a:endParaRPr lang="en-US" sz="1300"/>
                    </a:p>
                  </a:txBody>
                  <a:tcPr/>
                </a:tc>
                <a:tc>
                  <a:txBody>
                    <a:bodyPr/>
                    <a:lstStyle/>
                    <a:p>
                      <a:endParaRPr lang="en-US" sz="1300" dirty="0"/>
                    </a:p>
                  </a:txBody>
                  <a:tcPr/>
                </a:tc>
                <a:extLst>
                  <a:ext uri="{0D108BD9-81ED-4DB2-BD59-A6C34878D82A}">
                    <a16:rowId xmlns:a16="http://schemas.microsoft.com/office/drawing/2014/main" val="1606408264"/>
                  </a:ext>
                </a:extLst>
              </a:tr>
            </a:tbl>
          </a:graphicData>
        </a:graphic>
      </p:graphicFrame>
      <p:pic>
        <p:nvPicPr>
          <p:cNvPr id="1026" name="Picture 2" descr="Android Phone Vector Art, Icons, and Graphics for Free Download">
            <a:extLst>
              <a:ext uri="{FF2B5EF4-FFF2-40B4-BE49-F238E27FC236}">
                <a16:creationId xmlns:a16="http://schemas.microsoft.com/office/drawing/2014/main" id="{9194AACB-BECF-44C2-18D7-A354BA3FA2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595" y="618946"/>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5FDE485-7668-979C-6547-B8434C2015B6}"/>
              </a:ext>
            </a:extLst>
          </p:cNvPr>
          <p:cNvSpPr txBox="1"/>
          <p:nvPr/>
        </p:nvSpPr>
        <p:spPr>
          <a:xfrm>
            <a:off x="3146156" y="619932"/>
            <a:ext cx="6591228" cy="707886"/>
          </a:xfrm>
          <a:prstGeom prst="rect">
            <a:avLst/>
          </a:prstGeom>
          <a:noFill/>
        </p:spPr>
        <p:txBody>
          <a:bodyPr wrap="none" rtlCol="0">
            <a:spAutoFit/>
          </a:bodyPr>
          <a:lstStyle/>
          <a:p>
            <a:r>
              <a:rPr lang="en-US" sz="4000" dirty="0"/>
              <a:t>How much did my phone cost?</a:t>
            </a:r>
          </a:p>
        </p:txBody>
      </p:sp>
      <p:sp>
        <p:nvSpPr>
          <p:cNvPr id="6" name="TextBox 5">
            <a:extLst>
              <a:ext uri="{FF2B5EF4-FFF2-40B4-BE49-F238E27FC236}">
                <a16:creationId xmlns:a16="http://schemas.microsoft.com/office/drawing/2014/main" id="{2DED3423-2664-469F-5FFE-5712AAEF1FD6}"/>
              </a:ext>
            </a:extLst>
          </p:cNvPr>
          <p:cNvSpPr txBox="1"/>
          <p:nvPr/>
        </p:nvSpPr>
        <p:spPr>
          <a:xfrm>
            <a:off x="1108535" y="3726600"/>
            <a:ext cx="652743" cy="369332"/>
          </a:xfrm>
          <a:prstGeom prst="rect">
            <a:avLst/>
          </a:prstGeom>
          <a:noFill/>
        </p:spPr>
        <p:txBody>
          <a:bodyPr wrap="none" rtlCol="0">
            <a:spAutoFit/>
          </a:bodyPr>
          <a:lstStyle/>
          <a:p>
            <a:r>
              <a:rPr lang="en-US" dirty="0"/>
              <a:t>$400</a:t>
            </a:r>
          </a:p>
        </p:txBody>
      </p:sp>
      <p:sp>
        <p:nvSpPr>
          <p:cNvPr id="7" name="TextBox 6">
            <a:extLst>
              <a:ext uri="{FF2B5EF4-FFF2-40B4-BE49-F238E27FC236}">
                <a16:creationId xmlns:a16="http://schemas.microsoft.com/office/drawing/2014/main" id="{8EF45186-66CD-2FFE-20EA-EBA83A9EC1B7}"/>
              </a:ext>
            </a:extLst>
          </p:cNvPr>
          <p:cNvSpPr txBox="1"/>
          <p:nvPr/>
        </p:nvSpPr>
        <p:spPr>
          <a:xfrm>
            <a:off x="1108534" y="4095932"/>
            <a:ext cx="944489" cy="369332"/>
          </a:xfrm>
          <a:prstGeom prst="rect">
            <a:avLst/>
          </a:prstGeom>
          <a:noFill/>
        </p:spPr>
        <p:txBody>
          <a:bodyPr wrap="none" rtlCol="0">
            <a:spAutoFit/>
          </a:bodyPr>
          <a:lstStyle/>
          <a:p>
            <a:r>
              <a:rPr lang="en-US" dirty="0"/>
              <a:t>$399.99</a:t>
            </a:r>
          </a:p>
        </p:txBody>
      </p:sp>
      <p:sp>
        <p:nvSpPr>
          <p:cNvPr id="8" name="TextBox 7">
            <a:extLst>
              <a:ext uri="{FF2B5EF4-FFF2-40B4-BE49-F238E27FC236}">
                <a16:creationId xmlns:a16="http://schemas.microsoft.com/office/drawing/2014/main" id="{1D40FB30-095E-4FCD-ED9C-B3340CF38B30}"/>
              </a:ext>
            </a:extLst>
          </p:cNvPr>
          <p:cNvSpPr txBox="1"/>
          <p:nvPr/>
        </p:nvSpPr>
        <p:spPr>
          <a:xfrm>
            <a:off x="1108532" y="4465264"/>
            <a:ext cx="1645002" cy="369332"/>
          </a:xfrm>
          <a:prstGeom prst="rect">
            <a:avLst/>
          </a:prstGeom>
          <a:noFill/>
        </p:spPr>
        <p:txBody>
          <a:bodyPr wrap="none" rtlCol="0">
            <a:spAutoFit/>
          </a:bodyPr>
          <a:lstStyle/>
          <a:p>
            <a:r>
              <a:rPr lang="en-US" dirty="0"/>
              <a:t>$3,999,999.999</a:t>
            </a:r>
          </a:p>
        </p:txBody>
      </p:sp>
      <p:sp>
        <p:nvSpPr>
          <p:cNvPr id="9" name="TextBox 8">
            <a:extLst>
              <a:ext uri="{FF2B5EF4-FFF2-40B4-BE49-F238E27FC236}">
                <a16:creationId xmlns:a16="http://schemas.microsoft.com/office/drawing/2014/main" id="{65D7D0DB-6B60-3634-0B8C-3EA4E1CA8765}"/>
              </a:ext>
            </a:extLst>
          </p:cNvPr>
          <p:cNvSpPr txBox="1"/>
          <p:nvPr/>
        </p:nvSpPr>
        <p:spPr>
          <a:xfrm>
            <a:off x="1108535" y="4839763"/>
            <a:ext cx="1453079" cy="369332"/>
          </a:xfrm>
          <a:prstGeom prst="rect">
            <a:avLst/>
          </a:prstGeom>
          <a:noFill/>
        </p:spPr>
        <p:txBody>
          <a:bodyPr wrap="square" rtlCol="0">
            <a:spAutoFit/>
          </a:bodyPr>
          <a:lstStyle/>
          <a:p>
            <a:r>
              <a:rPr lang="en-US" dirty="0"/>
              <a:t>$4,000,000</a:t>
            </a:r>
          </a:p>
        </p:txBody>
      </p:sp>
      <p:sp>
        <p:nvSpPr>
          <p:cNvPr id="10" name="Text Box 3">
            <a:extLst>
              <a:ext uri="{FF2B5EF4-FFF2-40B4-BE49-F238E27FC236}">
                <a16:creationId xmlns:a16="http://schemas.microsoft.com/office/drawing/2014/main" id="{03A24193-FC0F-EBA8-E8BF-0B3EF6E35637}"/>
              </a:ext>
            </a:extLst>
          </p:cNvPr>
          <p:cNvSpPr txBox="1">
            <a:spLocks noChangeArrowheads="1"/>
          </p:cNvSpPr>
          <p:nvPr/>
        </p:nvSpPr>
        <p:spPr bwMode="auto">
          <a:xfrm>
            <a:off x="5796368" y="5244971"/>
            <a:ext cx="35411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rgbClr val="F9F9F9"/>
              </a:buClr>
              <a:buSzPct val="65000"/>
              <a:buFont typeface="Wingdings 2" panose="05020102010507070707" pitchFamily="18" charset="2"/>
              <a:buChar char=""/>
              <a:defRPr sz="2800">
                <a:solidFill>
                  <a:schemeClr val="tx1"/>
                </a:solidFill>
                <a:latin typeface="Book Antiqua" panose="02040602050305030304" pitchFamily="18" charset="0"/>
              </a:defRPr>
            </a:lvl1pPr>
            <a:lvl2pPr marL="742950" indent="-285750" eaLnBrk="0" hangingPunct="0">
              <a:spcBef>
                <a:spcPct val="20000"/>
              </a:spcBef>
              <a:buClr>
                <a:schemeClr val="tx1"/>
              </a:buClr>
              <a:buSzPct val="80000"/>
              <a:buFont typeface="Wingdings 2" panose="05020102010507070707" pitchFamily="18" charset="2"/>
              <a:buChar char=""/>
              <a:defRPr sz="2400">
                <a:solidFill>
                  <a:schemeClr val="tx1"/>
                </a:solidFill>
                <a:latin typeface="Book Antiqua" panose="02040602050305030304" pitchFamily="18" charset="0"/>
              </a:defRPr>
            </a:lvl2pPr>
            <a:lvl3pPr marL="1143000" indent="-228600" eaLnBrk="0" hangingPunct="0">
              <a:spcBef>
                <a:spcPct val="20000"/>
              </a:spcBef>
              <a:buClr>
                <a:schemeClr val="tx1"/>
              </a:buClr>
              <a:buSzPct val="95000"/>
              <a:buFont typeface="Wingdings" panose="05000000000000000000" pitchFamily="2" charset="2"/>
              <a:buChar char=""/>
              <a:defRPr sz="2200">
                <a:solidFill>
                  <a:schemeClr val="tx1"/>
                </a:solidFill>
                <a:latin typeface="Book Antiqua" panose="02040602050305030304" pitchFamily="18" charset="0"/>
              </a:defRPr>
            </a:lvl3pPr>
            <a:lvl4pPr marL="1600200" indent="-228600" eaLnBrk="0" hangingPunct="0">
              <a:spcBef>
                <a:spcPct val="20000"/>
              </a:spcBef>
              <a:buClr>
                <a:schemeClr val="tx1"/>
              </a:buClr>
              <a:buSzPct val="100000"/>
              <a:buFont typeface="Wingdings 3" panose="05040102010807070707" pitchFamily="18" charset="2"/>
              <a:buChar char=""/>
              <a:defRPr sz="2000">
                <a:solidFill>
                  <a:schemeClr val="tx1"/>
                </a:solidFill>
                <a:latin typeface="Book Antiqua" panose="02040602050305030304" pitchFamily="18" charset="0"/>
              </a:defRPr>
            </a:lvl4pPr>
            <a:lvl5pPr marL="2057400" indent="-228600" eaLnBrk="0" hangingPunct="0">
              <a:spcBef>
                <a:spcPct val="20000"/>
              </a:spcBef>
              <a:buClr>
                <a:schemeClr val="tx1"/>
              </a:buClr>
              <a:buFont typeface="Wingdings 2" panose="05020102010507070707" pitchFamily="18" charset="2"/>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en-US" sz="2400" b="1" dirty="0">
                <a:latin typeface="Arial" panose="020B0604020202020204" pitchFamily="34" charset="0"/>
              </a:rPr>
              <a:t>Precision       Accuracy</a:t>
            </a:r>
          </a:p>
        </p:txBody>
      </p:sp>
      <p:grpSp>
        <p:nvGrpSpPr>
          <p:cNvPr id="11" name="Group 8">
            <a:extLst>
              <a:ext uri="{FF2B5EF4-FFF2-40B4-BE49-F238E27FC236}">
                <a16:creationId xmlns:a16="http://schemas.microsoft.com/office/drawing/2014/main" id="{8223ABF2-2B6F-5387-5325-85029ECD54F9}"/>
              </a:ext>
            </a:extLst>
          </p:cNvPr>
          <p:cNvGrpSpPr>
            <a:grpSpLocks/>
          </p:cNvGrpSpPr>
          <p:nvPr/>
        </p:nvGrpSpPr>
        <p:grpSpPr bwMode="auto">
          <a:xfrm>
            <a:off x="7312409" y="5186085"/>
            <a:ext cx="425450" cy="584201"/>
            <a:chOff x="1198" y="514"/>
            <a:chExt cx="268" cy="368"/>
          </a:xfrm>
        </p:grpSpPr>
        <p:sp>
          <p:nvSpPr>
            <p:cNvPr id="12" name="Text Box 4">
              <a:extLst>
                <a:ext uri="{FF2B5EF4-FFF2-40B4-BE49-F238E27FC236}">
                  <a16:creationId xmlns:a16="http://schemas.microsoft.com/office/drawing/2014/main" id="{AC52D850-084A-CCCA-CD3E-8D6821EF91DD}"/>
                </a:ext>
              </a:extLst>
            </p:cNvPr>
            <p:cNvSpPr txBox="1">
              <a:spLocks noChangeArrowheads="1"/>
            </p:cNvSpPr>
            <p:nvPr/>
          </p:nvSpPr>
          <p:spPr bwMode="auto">
            <a:xfrm>
              <a:off x="1198" y="514"/>
              <a:ext cx="268"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rgbClr val="F9F9F9"/>
                </a:buClr>
                <a:buSzPct val="65000"/>
                <a:buFont typeface="Wingdings 2" panose="05020102010507070707" pitchFamily="18" charset="2"/>
                <a:buChar char=""/>
                <a:defRPr sz="2800">
                  <a:solidFill>
                    <a:schemeClr val="tx1"/>
                  </a:solidFill>
                  <a:latin typeface="Book Antiqua" panose="02040602050305030304" pitchFamily="18" charset="0"/>
                </a:defRPr>
              </a:lvl1pPr>
              <a:lvl2pPr marL="742950" indent="-285750" eaLnBrk="0" hangingPunct="0">
                <a:spcBef>
                  <a:spcPct val="20000"/>
                </a:spcBef>
                <a:buClr>
                  <a:schemeClr val="tx1"/>
                </a:buClr>
                <a:buSzPct val="80000"/>
                <a:buFont typeface="Wingdings 2" panose="05020102010507070707" pitchFamily="18" charset="2"/>
                <a:buChar char=""/>
                <a:defRPr sz="2400">
                  <a:solidFill>
                    <a:schemeClr val="tx1"/>
                  </a:solidFill>
                  <a:latin typeface="Book Antiqua" panose="02040602050305030304" pitchFamily="18" charset="0"/>
                </a:defRPr>
              </a:lvl2pPr>
              <a:lvl3pPr marL="1143000" indent="-228600" eaLnBrk="0" hangingPunct="0">
                <a:spcBef>
                  <a:spcPct val="20000"/>
                </a:spcBef>
                <a:buClr>
                  <a:schemeClr val="tx1"/>
                </a:buClr>
                <a:buSzPct val="95000"/>
                <a:buFont typeface="Wingdings" panose="05000000000000000000" pitchFamily="2" charset="2"/>
                <a:buChar char=""/>
                <a:defRPr sz="2200">
                  <a:solidFill>
                    <a:schemeClr val="tx1"/>
                  </a:solidFill>
                  <a:latin typeface="Book Antiqua" panose="02040602050305030304" pitchFamily="18" charset="0"/>
                </a:defRPr>
              </a:lvl3pPr>
              <a:lvl4pPr marL="1600200" indent="-228600" eaLnBrk="0" hangingPunct="0">
                <a:spcBef>
                  <a:spcPct val="20000"/>
                </a:spcBef>
                <a:buClr>
                  <a:schemeClr val="tx1"/>
                </a:buClr>
                <a:buSzPct val="100000"/>
                <a:buFont typeface="Wingdings 3" panose="05040102010807070707" pitchFamily="18" charset="2"/>
                <a:buChar char=""/>
                <a:defRPr sz="2000">
                  <a:solidFill>
                    <a:schemeClr val="tx1"/>
                  </a:solidFill>
                  <a:latin typeface="Book Antiqua" panose="02040602050305030304" pitchFamily="18" charset="0"/>
                </a:defRPr>
              </a:lvl4pPr>
              <a:lvl5pPr marL="2057400" indent="-228600" eaLnBrk="0" hangingPunct="0">
                <a:spcBef>
                  <a:spcPct val="20000"/>
                </a:spcBef>
                <a:buClr>
                  <a:schemeClr val="tx1"/>
                </a:buClr>
                <a:buFont typeface="Wingdings 2" panose="05020102010507070707" pitchFamily="18" charset="2"/>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en-US" sz="3200">
                  <a:latin typeface="Arial" panose="020B0604020202020204" pitchFamily="34" charset="0"/>
                </a:rPr>
                <a:t>=</a:t>
              </a:r>
            </a:p>
          </p:txBody>
        </p:sp>
        <p:grpSp>
          <p:nvGrpSpPr>
            <p:cNvPr id="13" name="Group 12">
              <a:extLst>
                <a:ext uri="{FF2B5EF4-FFF2-40B4-BE49-F238E27FC236}">
                  <a16:creationId xmlns:a16="http://schemas.microsoft.com/office/drawing/2014/main" id="{357A4A04-A434-B835-444D-DC3254303294}"/>
                </a:ext>
              </a:extLst>
            </p:cNvPr>
            <p:cNvGrpSpPr>
              <a:grpSpLocks/>
            </p:cNvGrpSpPr>
            <p:nvPr/>
          </p:nvGrpSpPr>
          <p:grpSpPr bwMode="auto">
            <a:xfrm>
              <a:off x="1200" y="552"/>
              <a:ext cx="248" cy="272"/>
              <a:chOff x="1128" y="576"/>
              <a:chExt cx="248" cy="272"/>
            </a:xfrm>
          </p:grpSpPr>
          <p:sp>
            <p:nvSpPr>
              <p:cNvPr id="14" name="Line 5">
                <a:extLst>
                  <a:ext uri="{FF2B5EF4-FFF2-40B4-BE49-F238E27FC236}">
                    <a16:creationId xmlns:a16="http://schemas.microsoft.com/office/drawing/2014/main" id="{A8647958-8D96-55B4-4111-A38168C3BA8B}"/>
                  </a:ext>
                </a:extLst>
              </p:cNvPr>
              <p:cNvSpPr>
                <a:spLocks noChangeShapeType="1"/>
              </p:cNvSpPr>
              <p:nvPr/>
            </p:nvSpPr>
            <p:spPr bwMode="auto">
              <a:xfrm flipH="1">
                <a:off x="1200" y="592"/>
                <a:ext cx="136" cy="24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Oval 6">
                <a:extLst>
                  <a:ext uri="{FF2B5EF4-FFF2-40B4-BE49-F238E27FC236}">
                    <a16:creationId xmlns:a16="http://schemas.microsoft.com/office/drawing/2014/main" id="{B1EF1522-335E-67FB-9FB6-6F08079D4A16}"/>
                  </a:ext>
                </a:extLst>
              </p:cNvPr>
              <p:cNvSpPr>
                <a:spLocks noChangeArrowheads="1"/>
              </p:cNvSpPr>
              <p:nvPr/>
            </p:nvSpPr>
            <p:spPr bwMode="auto">
              <a:xfrm>
                <a:off x="1128" y="576"/>
                <a:ext cx="248" cy="272"/>
              </a:xfrm>
              <a:prstGeom prst="ellipse">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rgbClr val="F9F9F9"/>
                  </a:buClr>
                  <a:buSzPct val="65000"/>
                  <a:buFont typeface="Wingdings 2" panose="05020102010507070707" pitchFamily="18" charset="2"/>
                  <a:buChar char=""/>
                  <a:defRPr sz="2800">
                    <a:solidFill>
                      <a:schemeClr val="tx1"/>
                    </a:solidFill>
                    <a:latin typeface="Book Antiqua" panose="02040602050305030304" pitchFamily="18" charset="0"/>
                  </a:defRPr>
                </a:lvl1pPr>
                <a:lvl2pPr marL="742950" indent="-285750" eaLnBrk="0" hangingPunct="0">
                  <a:spcBef>
                    <a:spcPct val="20000"/>
                  </a:spcBef>
                  <a:buClr>
                    <a:schemeClr val="tx1"/>
                  </a:buClr>
                  <a:buSzPct val="80000"/>
                  <a:buFont typeface="Wingdings 2" panose="05020102010507070707" pitchFamily="18" charset="2"/>
                  <a:buChar char=""/>
                  <a:defRPr sz="2400">
                    <a:solidFill>
                      <a:schemeClr val="tx1"/>
                    </a:solidFill>
                    <a:latin typeface="Book Antiqua" panose="02040602050305030304" pitchFamily="18" charset="0"/>
                  </a:defRPr>
                </a:lvl2pPr>
                <a:lvl3pPr marL="1143000" indent="-228600" eaLnBrk="0" hangingPunct="0">
                  <a:spcBef>
                    <a:spcPct val="20000"/>
                  </a:spcBef>
                  <a:buClr>
                    <a:schemeClr val="tx1"/>
                  </a:buClr>
                  <a:buSzPct val="95000"/>
                  <a:buFont typeface="Wingdings" panose="05000000000000000000" pitchFamily="2" charset="2"/>
                  <a:buChar char=""/>
                  <a:defRPr sz="2200">
                    <a:solidFill>
                      <a:schemeClr val="tx1"/>
                    </a:solidFill>
                    <a:latin typeface="Book Antiqua" panose="02040602050305030304" pitchFamily="18" charset="0"/>
                  </a:defRPr>
                </a:lvl3pPr>
                <a:lvl4pPr marL="1600200" indent="-228600" eaLnBrk="0" hangingPunct="0">
                  <a:spcBef>
                    <a:spcPct val="20000"/>
                  </a:spcBef>
                  <a:buClr>
                    <a:schemeClr val="tx1"/>
                  </a:buClr>
                  <a:buSzPct val="100000"/>
                  <a:buFont typeface="Wingdings 3" panose="05040102010807070707" pitchFamily="18" charset="2"/>
                  <a:buChar char=""/>
                  <a:defRPr sz="2000">
                    <a:solidFill>
                      <a:schemeClr val="tx1"/>
                    </a:solidFill>
                    <a:latin typeface="Book Antiqua" panose="02040602050305030304" pitchFamily="18" charset="0"/>
                  </a:defRPr>
                </a:lvl4pPr>
                <a:lvl5pPr marL="2057400" indent="-228600" eaLnBrk="0" hangingPunct="0">
                  <a:spcBef>
                    <a:spcPct val="20000"/>
                  </a:spcBef>
                  <a:buClr>
                    <a:schemeClr val="tx1"/>
                  </a:buClr>
                  <a:buFont typeface="Wingdings 2" panose="05020102010507070707" pitchFamily="18" charset="2"/>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1"/>
                  </a:buClr>
                  <a:buFont typeface="Wingdings 2" panose="05020102010507070707" pitchFamily="18" charset="2"/>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en-US" altLang="en-US" sz="1800">
                  <a:latin typeface="Arial" panose="020B0604020202020204" pitchFamily="34" charset="0"/>
                </a:endParaRPr>
              </a:p>
            </p:txBody>
          </p:sp>
        </p:grpSp>
      </p:grpSp>
      <p:grpSp>
        <p:nvGrpSpPr>
          <p:cNvPr id="2" name="Group 1">
            <a:extLst>
              <a:ext uri="{FF2B5EF4-FFF2-40B4-BE49-F238E27FC236}">
                <a16:creationId xmlns:a16="http://schemas.microsoft.com/office/drawing/2014/main" id="{A0AF8230-A558-A8FE-1885-9519F4576F0B}"/>
              </a:ext>
            </a:extLst>
          </p:cNvPr>
          <p:cNvGrpSpPr/>
          <p:nvPr/>
        </p:nvGrpSpPr>
        <p:grpSpPr>
          <a:xfrm>
            <a:off x="0" y="6362366"/>
            <a:ext cx="12301844" cy="640080"/>
            <a:chOff x="0" y="6361501"/>
            <a:chExt cx="12301844" cy="640080"/>
          </a:xfrm>
        </p:grpSpPr>
        <p:sp>
          <p:nvSpPr>
            <p:cNvPr id="3" name="Rectangle 2">
              <a:extLst>
                <a:ext uri="{FF2B5EF4-FFF2-40B4-BE49-F238E27FC236}">
                  <a16:creationId xmlns:a16="http://schemas.microsoft.com/office/drawing/2014/main" id="{9AC12EDE-979C-408A-50D7-54F3F93E85CA}"/>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22B6FD27-07E6-E158-AA07-6E05694C0DFB}"/>
                </a:ext>
              </a:extLst>
            </p:cNvPr>
            <p:cNvGrpSpPr/>
            <p:nvPr/>
          </p:nvGrpSpPr>
          <p:grpSpPr>
            <a:xfrm>
              <a:off x="2" y="6361501"/>
              <a:ext cx="12301842" cy="640080"/>
              <a:chOff x="2" y="6361501"/>
              <a:chExt cx="12301842" cy="640080"/>
            </a:xfrm>
          </p:grpSpPr>
          <p:pic>
            <p:nvPicPr>
              <p:cNvPr id="18" name="Picture 17" descr="USGS.png">
                <a:extLst>
                  <a:ext uri="{FF2B5EF4-FFF2-40B4-BE49-F238E27FC236}">
                    <a16:creationId xmlns:a16="http://schemas.microsoft.com/office/drawing/2014/main" id="{F74F7077-57EA-22A2-034D-17089DB6C59F}"/>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19" name="Picture 18" descr="Horizontal_CMYK_600.tif">
                <a:extLst>
                  <a:ext uri="{FF2B5EF4-FFF2-40B4-BE49-F238E27FC236}">
                    <a16:creationId xmlns:a16="http://schemas.microsoft.com/office/drawing/2014/main" id="{2B93EC7F-93B3-014B-73FB-B84907956BD4}"/>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20" name="Picture 19">
                <a:extLst>
                  <a:ext uri="{FF2B5EF4-FFF2-40B4-BE49-F238E27FC236}">
                    <a16:creationId xmlns:a16="http://schemas.microsoft.com/office/drawing/2014/main" id="{F00C364C-D3D4-4B9B-AFB1-0EC0F33AC4B4}"/>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23643408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275CED0C-E1A7-1E41-4816-6415B82470C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1936"/>
          <a:stretch/>
        </p:blipFill>
        <p:spPr bwMode="auto">
          <a:xfrm>
            <a:off x="1524000" y="1504334"/>
            <a:ext cx="9144000" cy="5353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89C45CFF-216F-B185-7F0A-193EC108F2B0}"/>
              </a:ext>
            </a:extLst>
          </p:cNvPr>
          <p:cNvSpPr txBox="1"/>
          <p:nvPr/>
        </p:nvSpPr>
        <p:spPr>
          <a:xfrm>
            <a:off x="2096488" y="309770"/>
            <a:ext cx="7708520" cy="707886"/>
          </a:xfrm>
          <a:prstGeom prst="rect">
            <a:avLst/>
          </a:prstGeom>
          <a:noFill/>
        </p:spPr>
        <p:txBody>
          <a:bodyPr wrap="none" rtlCol="0">
            <a:spAutoFit/>
          </a:bodyPr>
          <a:lstStyle/>
          <a:p>
            <a:r>
              <a:rPr lang="en-US" sz="4000" dirty="0"/>
              <a:t>Which DEM would you want to use?</a:t>
            </a:r>
          </a:p>
        </p:txBody>
      </p:sp>
    </p:spTree>
    <p:extLst>
      <p:ext uri="{BB962C8B-B14F-4D97-AF65-F5344CB8AC3E}">
        <p14:creationId xmlns:p14="http://schemas.microsoft.com/office/powerpoint/2010/main" val="21216838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275CED0C-E1A7-1E41-4816-6415B82470C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2652"/>
          <a:stretch/>
        </p:blipFill>
        <p:spPr bwMode="auto">
          <a:xfrm>
            <a:off x="1524000" y="1553496"/>
            <a:ext cx="9144000" cy="530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3052EB64-2FE6-B1C0-FDF1-976DC4F72B6B}"/>
              </a:ext>
            </a:extLst>
          </p:cNvPr>
          <p:cNvSpPr txBox="1"/>
          <p:nvPr/>
        </p:nvSpPr>
        <p:spPr>
          <a:xfrm>
            <a:off x="2851355" y="2133600"/>
            <a:ext cx="652743" cy="369332"/>
          </a:xfrm>
          <a:prstGeom prst="rect">
            <a:avLst/>
          </a:prstGeom>
          <a:solidFill>
            <a:schemeClr val="bg1"/>
          </a:solidFill>
        </p:spPr>
        <p:txBody>
          <a:bodyPr wrap="none" rtlCol="0">
            <a:spAutoFit/>
          </a:bodyPr>
          <a:lstStyle/>
          <a:p>
            <a:r>
              <a:rPr lang="en-US" dirty="0">
                <a:solidFill>
                  <a:srgbClr val="FF0000"/>
                </a:solidFill>
              </a:rPr>
              <a:t>2005</a:t>
            </a:r>
          </a:p>
        </p:txBody>
      </p:sp>
      <p:sp>
        <p:nvSpPr>
          <p:cNvPr id="3" name="TextBox 2">
            <a:extLst>
              <a:ext uri="{FF2B5EF4-FFF2-40B4-BE49-F238E27FC236}">
                <a16:creationId xmlns:a16="http://schemas.microsoft.com/office/drawing/2014/main" id="{B700BD93-0B74-E241-B82C-DF871965A517}"/>
              </a:ext>
            </a:extLst>
          </p:cNvPr>
          <p:cNvSpPr txBox="1"/>
          <p:nvPr/>
        </p:nvSpPr>
        <p:spPr>
          <a:xfrm>
            <a:off x="5409219" y="2133600"/>
            <a:ext cx="1483098" cy="369332"/>
          </a:xfrm>
          <a:prstGeom prst="rect">
            <a:avLst/>
          </a:prstGeom>
          <a:solidFill>
            <a:schemeClr val="bg1"/>
          </a:solidFill>
        </p:spPr>
        <p:txBody>
          <a:bodyPr wrap="none" rtlCol="0">
            <a:spAutoFit/>
          </a:bodyPr>
          <a:lstStyle/>
          <a:p>
            <a:r>
              <a:rPr lang="en-US" dirty="0">
                <a:solidFill>
                  <a:srgbClr val="FF0000"/>
                </a:solidFill>
              </a:rPr>
              <a:t>June 19, 2024</a:t>
            </a:r>
          </a:p>
        </p:txBody>
      </p:sp>
      <p:sp>
        <p:nvSpPr>
          <p:cNvPr id="12" name="TextBox 11">
            <a:extLst>
              <a:ext uri="{FF2B5EF4-FFF2-40B4-BE49-F238E27FC236}">
                <a16:creationId xmlns:a16="http://schemas.microsoft.com/office/drawing/2014/main" id="{9619EB39-BA5D-E9CB-98D1-31C87CD62579}"/>
              </a:ext>
            </a:extLst>
          </p:cNvPr>
          <p:cNvSpPr txBox="1"/>
          <p:nvPr/>
        </p:nvSpPr>
        <p:spPr>
          <a:xfrm>
            <a:off x="8687901" y="2133600"/>
            <a:ext cx="652743" cy="369332"/>
          </a:xfrm>
          <a:prstGeom prst="rect">
            <a:avLst/>
          </a:prstGeom>
          <a:solidFill>
            <a:schemeClr val="bg1"/>
          </a:solidFill>
        </p:spPr>
        <p:txBody>
          <a:bodyPr wrap="none" rtlCol="0">
            <a:spAutoFit/>
          </a:bodyPr>
          <a:lstStyle/>
          <a:p>
            <a:r>
              <a:rPr lang="en-US" dirty="0">
                <a:solidFill>
                  <a:srgbClr val="FF0000"/>
                </a:solidFill>
              </a:rPr>
              <a:t>2023</a:t>
            </a:r>
          </a:p>
        </p:txBody>
      </p:sp>
      <p:sp>
        <p:nvSpPr>
          <p:cNvPr id="13" name="TextBox 12">
            <a:extLst>
              <a:ext uri="{FF2B5EF4-FFF2-40B4-BE49-F238E27FC236}">
                <a16:creationId xmlns:a16="http://schemas.microsoft.com/office/drawing/2014/main" id="{5E95B08F-8D2F-E931-4F04-197FF5AB5789}"/>
              </a:ext>
            </a:extLst>
          </p:cNvPr>
          <p:cNvSpPr txBox="1"/>
          <p:nvPr/>
        </p:nvSpPr>
        <p:spPr>
          <a:xfrm>
            <a:off x="2096488" y="309770"/>
            <a:ext cx="7708520" cy="707886"/>
          </a:xfrm>
          <a:prstGeom prst="rect">
            <a:avLst/>
          </a:prstGeom>
          <a:noFill/>
        </p:spPr>
        <p:txBody>
          <a:bodyPr wrap="none" rtlCol="0">
            <a:spAutoFit/>
          </a:bodyPr>
          <a:lstStyle/>
          <a:p>
            <a:r>
              <a:rPr lang="en-US" sz="4000" dirty="0"/>
              <a:t>Which DEM would you want to use?</a:t>
            </a:r>
          </a:p>
        </p:txBody>
      </p:sp>
    </p:spTree>
    <p:extLst>
      <p:ext uri="{BB962C8B-B14F-4D97-AF65-F5344CB8AC3E}">
        <p14:creationId xmlns:p14="http://schemas.microsoft.com/office/powerpoint/2010/main" val="367195692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2350</TotalTime>
  <Words>948</Words>
  <Application>Microsoft Office PowerPoint</Application>
  <PresentationFormat>Widescreen</PresentationFormat>
  <Paragraphs>123</Paragraphs>
  <Slides>15</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Book Antiqua</vt:lpstr>
      <vt:lpstr>Calibri</vt:lpstr>
      <vt:lpstr>Calibri Light</vt:lpstr>
      <vt:lpstr>Yanone Kaffeesatz</vt:lpstr>
      <vt:lpstr>Office Theme</vt:lpstr>
      <vt:lpstr>PowerPoint Presentation</vt:lpstr>
      <vt:lpstr>PowerPoint Presentation</vt:lpstr>
      <vt:lpstr>PowerPoint Presentation</vt:lpstr>
      <vt:lpstr>Two popular GIS programs</vt:lpstr>
      <vt:lpstr>PowerPoint Presentation</vt:lpstr>
      <vt:lpstr>PowerPoint Presentation</vt:lpstr>
      <vt:lpstr>PowerPoint Presentation</vt:lpstr>
      <vt:lpstr>PowerPoint Presentation</vt:lpstr>
      <vt:lpstr>PowerPoint Presentation</vt:lpstr>
      <vt:lpstr>PowerPoint Presentation</vt:lpstr>
      <vt:lpstr>DEMs on VICTOR</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Griswold, Julia P</dc:creator>
  <cp:lastModifiedBy>Ogburn, Sarah E</cp:lastModifiedBy>
  <cp:revision>5</cp:revision>
  <dcterms:created xsi:type="dcterms:W3CDTF">2023-06-12T23:16:24Z</dcterms:created>
  <dcterms:modified xsi:type="dcterms:W3CDTF">2024-06-14T20:09:12Z</dcterms:modified>
</cp:coreProperties>
</file>