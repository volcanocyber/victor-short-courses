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70" r:id="rId3"/>
    <p:sldId id="264" r:id="rId4"/>
    <p:sldId id="743" r:id="rId5"/>
    <p:sldId id="261" r:id="rId6"/>
    <p:sldId id="263" r:id="rId7"/>
    <p:sldId id="257" r:id="rId8"/>
    <p:sldId id="258" r:id="rId9"/>
    <p:sldId id="266" r:id="rId10"/>
    <p:sldId id="259" r:id="rId11"/>
    <p:sldId id="260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6957B-0462-4021-AFFF-B60C98AFD37F}" v="41" dt="2024-06-14T21:18:02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7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burn, Sarah E" userId="c40d2df0-46c9-4be9-b5a6-5c158e399904" providerId="ADAL" clId="{60F6957B-0462-4021-AFFF-B60C98AFD37F}"/>
    <pc:docChg chg="custSel addSld delSld modSld modMainMaster modNotesMaster">
      <pc:chgData name="Ogburn, Sarah E" userId="c40d2df0-46c9-4be9-b5a6-5c158e399904" providerId="ADAL" clId="{60F6957B-0462-4021-AFFF-B60C98AFD37F}" dt="2024-06-14T21:18:09.543" v="1561" actId="14100"/>
      <pc:docMkLst>
        <pc:docMk/>
      </pc:docMkLst>
      <pc:sldChg chg="del">
        <pc:chgData name="Ogburn, Sarah E" userId="c40d2df0-46c9-4be9-b5a6-5c158e399904" providerId="ADAL" clId="{60F6957B-0462-4021-AFFF-B60C98AFD37F}" dt="2024-06-11T20:29:00.529" v="1466" actId="2696"/>
        <pc:sldMkLst>
          <pc:docMk/>
          <pc:sldMk cId="2056889007" sldId="256"/>
        </pc:sldMkLst>
      </pc:sldChg>
      <pc:sldChg chg="modSp">
        <pc:chgData name="Ogburn, Sarah E" userId="c40d2df0-46c9-4be9-b5a6-5c158e399904" providerId="ADAL" clId="{60F6957B-0462-4021-AFFF-B60C98AFD37F}" dt="2024-06-14T21:16:00.329" v="1525" actId="1076"/>
        <pc:sldMkLst>
          <pc:docMk/>
          <pc:sldMk cId="1238390553" sldId="257"/>
        </pc:sld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1238390553" sldId="257"/>
            <ac:spMk id="2" creationId="{9B005D1A-A90E-CE04-8115-8D34656DF88B}"/>
          </ac:spMkLst>
        </pc:spChg>
        <pc:spChg chg="mod">
          <ac:chgData name="Ogburn, Sarah E" userId="c40d2df0-46c9-4be9-b5a6-5c158e399904" providerId="ADAL" clId="{60F6957B-0462-4021-AFFF-B60C98AFD37F}" dt="2024-06-14T21:15:57.811" v="1524" actId="1076"/>
          <ac:spMkLst>
            <pc:docMk/>
            <pc:sldMk cId="1238390553" sldId="257"/>
            <ac:spMk id="4" creationId="{00000000-0000-0000-0000-000000000000}"/>
          </ac:spMkLst>
        </pc:spChg>
        <pc:picChg chg="mod">
          <ac:chgData name="Ogburn, Sarah E" userId="c40d2df0-46c9-4be9-b5a6-5c158e399904" providerId="ADAL" clId="{60F6957B-0462-4021-AFFF-B60C98AFD37F}" dt="2024-06-14T21:16:00.329" v="1525" actId="1076"/>
          <ac:picMkLst>
            <pc:docMk/>
            <pc:sldMk cId="1238390553" sldId="257"/>
            <ac:picMk id="2050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5:57.811" v="1524" actId="1076"/>
          <ac:picMkLst>
            <pc:docMk/>
            <pc:sldMk cId="1238390553" sldId="257"/>
            <ac:picMk id="2052" creationId="{00000000-0000-0000-0000-000000000000}"/>
          </ac:picMkLst>
        </pc:picChg>
      </pc:sldChg>
      <pc:sldChg chg="modSp mod">
        <pc:chgData name="Ogburn, Sarah E" userId="c40d2df0-46c9-4be9-b5a6-5c158e399904" providerId="ADAL" clId="{60F6957B-0462-4021-AFFF-B60C98AFD37F}" dt="2024-06-14T21:16:29.793" v="1534" actId="1076"/>
        <pc:sldMkLst>
          <pc:docMk/>
          <pc:sldMk cId="3397968570" sldId="258"/>
        </pc:sldMkLst>
        <pc:spChg chg="mod">
          <ac:chgData name="Ogburn, Sarah E" userId="c40d2df0-46c9-4be9-b5a6-5c158e399904" providerId="ADAL" clId="{60F6957B-0462-4021-AFFF-B60C98AFD37F}" dt="2024-06-14T21:16:12.751" v="1527" actId="1076"/>
          <ac:spMkLst>
            <pc:docMk/>
            <pc:sldMk cId="3397968570" sldId="258"/>
            <ac:spMk id="4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6:29.793" v="1534" actId="1076"/>
          <ac:spMkLst>
            <pc:docMk/>
            <pc:sldMk cId="3397968570" sldId="258"/>
            <ac:spMk id="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3397968570" sldId="258"/>
            <ac:spMk id="7" creationId="{00000000-0000-0000-0000-000000000000}"/>
          </ac:spMkLst>
        </pc:spChg>
        <pc:picChg chg="mod">
          <ac:chgData name="Ogburn, Sarah E" userId="c40d2df0-46c9-4be9-b5a6-5c158e399904" providerId="ADAL" clId="{60F6957B-0462-4021-AFFF-B60C98AFD37F}" dt="2024-06-14T21:16:08.666" v="1526" actId="1076"/>
          <ac:picMkLst>
            <pc:docMk/>
            <pc:sldMk cId="3397968570" sldId="258"/>
            <ac:picMk id="3074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6:26.600" v="1533" actId="1076"/>
          <ac:picMkLst>
            <pc:docMk/>
            <pc:sldMk cId="3397968570" sldId="258"/>
            <ac:picMk id="3076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6:17.117" v="1529" actId="1076"/>
          <ac:picMkLst>
            <pc:docMk/>
            <pc:sldMk cId="3397968570" sldId="258"/>
            <ac:picMk id="3078" creationId="{00000000-0000-0000-0000-000000000000}"/>
          </ac:picMkLst>
        </pc:picChg>
      </pc:sldChg>
      <pc:sldChg chg="modSp mod">
        <pc:chgData name="Ogburn, Sarah E" userId="c40d2df0-46c9-4be9-b5a6-5c158e399904" providerId="ADAL" clId="{60F6957B-0462-4021-AFFF-B60C98AFD37F}" dt="2024-06-14T21:17:05.909" v="1544" actId="1076"/>
        <pc:sldMkLst>
          <pc:docMk/>
          <pc:sldMk cId="2846138666" sldId="259"/>
        </pc:sld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2846138666" sldId="259"/>
            <ac:spMk id="2" creationId="{5ADDDFD1-9E83-62C3-73EA-2B38C899C803}"/>
          </ac:spMkLst>
        </pc:spChg>
        <pc:spChg chg="mod">
          <ac:chgData name="Ogburn, Sarah E" userId="c40d2df0-46c9-4be9-b5a6-5c158e399904" providerId="ADAL" clId="{60F6957B-0462-4021-AFFF-B60C98AFD37F}" dt="2024-06-14T21:17:05.909" v="1544" actId="1076"/>
          <ac:spMkLst>
            <pc:docMk/>
            <pc:sldMk cId="2846138666" sldId="259"/>
            <ac:spMk id="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6:46.971" v="1537" actId="1076"/>
          <ac:spMkLst>
            <pc:docMk/>
            <pc:sldMk cId="2846138666" sldId="259"/>
            <ac:spMk id="7" creationId="{1613C9AF-1113-4985-C26F-B96E43CA0727}"/>
          </ac:spMkLst>
        </pc:spChg>
        <pc:picChg chg="mod">
          <ac:chgData name="Ogburn, Sarah E" userId="c40d2df0-46c9-4be9-b5a6-5c158e399904" providerId="ADAL" clId="{60F6957B-0462-4021-AFFF-B60C98AFD37F}" dt="2024-06-14T21:16:57.329" v="1541" actId="1076"/>
          <ac:picMkLst>
            <pc:docMk/>
            <pc:sldMk cId="2846138666" sldId="259"/>
            <ac:picMk id="4098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7:02.375" v="1543" actId="14100"/>
          <ac:picMkLst>
            <pc:docMk/>
            <pc:sldMk cId="2846138666" sldId="259"/>
            <ac:picMk id="4100" creationId="{00000000-0000-0000-0000-000000000000}"/>
          </ac:picMkLst>
        </pc:picChg>
        <pc:cxnChg chg="mod">
          <ac:chgData name="Ogburn, Sarah E" userId="c40d2df0-46c9-4be9-b5a6-5c158e399904" providerId="ADAL" clId="{60F6957B-0462-4021-AFFF-B60C98AFD37F}" dt="2024-06-14T21:16:59.393" v="1542" actId="14100"/>
          <ac:cxnSpMkLst>
            <pc:docMk/>
            <pc:sldMk cId="2846138666" sldId="259"/>
            <ac:cxnSpMk id="3" creationId="{80140A83-E588-8DB9-BB37-AF9A9BDBEF2A}"/>
          </ac:cxnSpMkLst>
        </pc:cxnChg>
      </pc:sldChg>
      <pc:sldChg chg="modSp mod">
        <pc:chgData name="Ogburn, Sarah E" userId="c40d2df0-46c9-4be9-b5a6-5c158e399904" providerId="ADAL" clId="{60F6957B-0462-4021-AFFF-B60C98AFD37F}" dt="2024-06-14T21:17:27.034" v="1552" actId="1076"/>
        <pc:sldMkLst>
          <pc:docMk/>
          <pc:sldMk cId="868633492" sldId="260"/>
        </pc:sldMkLst>
        <pc:spChg chg="mod">
          <ac:chgData name="Ogburn, Sarah E" userId="c40d2df0-46c9-4be9-b5a6-5c158e399904" providerId="ADAL" clId="{60F6957B-0462-4021-AFFF-B60C98AFD37F}" dt="2024-06-14T21:17:17.187" v="1547" actId="1076"/>
          <ac:spMkLst>
            <pc:docMk/>
            <pc:sldMk cId="868633492" sldId="260"/>
            <ac:spMk id="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868633492" sldId="260"/>
            <ac:spMk id="6" creationId="{00000000-0000-0000-0000-000000000000}"/>
          </ac:spMkLst>
        </pc:spChg>
        <pc:picChg chg="mod">
          <ac:chgData name="Ogburn, Sarah E" userId="c40d2df0-46c9-4be9-b5a6-5c158e399904" providerId="ADAL" clId="{60F6957B-0462-4021-AFFF-B60C98AFD37F}" dt="2024-06-14T21:17:14.278" v="1546" actId="1076"/>
          <ac:picMkLst>
            <pc:docMk/>
            <pc:sldMk cId="868633492" sldId="260"/>
            <ac:picMk id="5122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7:27.034" v="1552" actId="1076"/>
          <ac:picMkLst>
            <pc:docMk/>
            <pc:sldMk cId="868633492" sldId="260"/>
            <ac:picMk id="5124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7:23.261" v="1550" actId="14100"/>
          <ac:picMkLst>
            <pc:docMk/>
            <pc:sldMk cId="868633492" sldId="260"/>
            <ac:picMk id="5126" creationId="{00000000-0000-0000-0000-000000000000}"/>
          </ac:picMkLst>
        </pc:picChg>
      </pc:sldChg>
      <pc:sldChg chg="modSp mod">
        <pc:chgData name="Ogburn, Sarah E" userId="c40d2df0-46c9-4be9-b5a6-5c158e399904" providerId="ADAL" clId="{60F6957B-0462-4021-AFFF-B60C98AFD37F}" dt="2024-06-14T21:15:00.162" v="1514" actId="1076"/>
        <pc:sldMkLst>
          <pc:docMk/>
          <pc:sldMk cId="4091160595" sldId="261"/>
        </pc:sldMkLst>
        <pc:spChg chg="mod">
          <ac:chgData name="Ogburn, Sarah E" userId="c40d2df0-46c9-4be9-b5a6-5c158e399904" providerId="ADAL" clId="{60F6957B-0462-4021-AFFF-B60C98AFD37F}" dt="2024-06-14T21:14:52.972" v="1509" actId="1076"/>
          <ac:spMkLst>
            <pc:docMk/>
            <pc:sldMk cId="4091160595" sldId="261"/>
            <ac:spMk id="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4091160595" sldId="261"/>
            <ac:spMk id="6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4:50.035" v="1508" actId="1076"/>
          <ac:spMkLst>
            <pc:docMk/>
            <pc:sldMk cId="4091160595" sldId="261"/>
            <ac:spMk id="7" creationId="{00000000-0000-0000-0000-000000000000}"/>
          </ac:spMkLst>
        </pc:spChg>
        <pc:picChg chg="mod ord">
          <ac:chgData name="Ogburn, Sarah E" userId="c40d2df0-46c9-4be9-b5a6-5c158e399904" providerId="ADAL" clId="{60F6957B-0462-4021-AFFF-B60C98AFD37F}" dt="2024-06-14T21:15:00.162" v="1514" actId="1076"/>
          <ac:picMkLst>
            <pc:docMk/>
            <pc:sldMk cId="4091160595" sldId="261"/>
            <ac:picMk id="3" creationId="{BBC7EDE3-DB05-4E6F-CCD7-612E2F6D97D9}"/>
          </ac:picMkLst>
        </pc:picChg>
        <pc:picChg chg="mod">
          <ac:chgData name="Ogburn, Sarah E" userId="c40d2df0-46c9-4be9-b5a6-5c158e399904" providerId="ADAL" clId="{60F6957B-0462-4021-AFFF-B60C98AFD37F}" dt="2024-06-14T21:14:30.252" v="1498" actId="14100"/>
          <ac:picMkLst>
            <pc:docMk/>
            <pc:sldMk cId="4091160595" sldId="261"/>
            <ac:picMk id="6146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4:43.575" v="1506" actId="1076"/>
          <ac:picMkLst>
            <pc:docMk/>
            <pc:sldMk cId="4091160595" sldId="261"/>
            <ac:picMk id="6148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4:32.066" v="1499" actId="14100"/>
          <ac:picMkLst>
            <pc:docMk/>
            <pc:sldMk cId="4091160595" sldId="261"/>
            <ac:picMk id="6150" creationId="{00000000-0000-0000-0000-000000000000}"/>
          </ac:picMkLst>
        </pc:picChg>
      </pc:sldChg>
      <pc:sldChg chg="del">
        <pc:chgData name="Ogburn, Sarah E" userId="c40d2df0-46c9-4be9-b5a6-5c158e399904" providerId="ADAL" clId="{60F6957B-0462-4021-AFFF-B60C98AFD37F}" dt="2024-06-11T18:32:32.032" v="0" actId="2696"/>
        <pc:sldMkLst>
          <pc:docMk/>
          <pc:sldMk cId="962565615" sldId="262"/>
        </pc:sldMkLst>
      </pc:sldChg>
      <pc:sldChg chg="modSp mod">
        <pc:chgData name="Ogburn, Sarah E" userId="c40d2df0-46c9-4be9-b5a6-5c158e399904" providerId="ADAL" clId="{60F6957B-0462-4021-AFFF-B60C98AFD37F}" dt="2024-06-14T21:15:51.162" v="1523" actId="1076"/>
        <pc:sldMkLst>
          <pc:docMk/>
          <pc:sldMk cId="4232387893" sldId="263"/>
        </pc:sldMkLst>
        <pc:spChg chg="mod">
          <ac:chgData name="Ogburn, Sarah E" userId="c40d2df0-46c9-4be9-b5a6-5c158e399904" providerId="ADAL" clId="{60F6957B-0462-4021-AFFF-B60C98AFD37F}" dt="2024-06-14T21:15:46.130" v="1521" actId="1076"/>
          <ac:spMkLst>
            <pc:docMk/>
            <pc:sldMk cId="4232387893" sldId="263"/>
            <ac:spMk id="2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4232387893" sldId="263"/>
            <ac:spMk id="3" creationId="{17980D7A-DAE1-5272-B5FF-6AF17D419638}"/>
          </ac:spMkLst>
        </pc:spChg>
        <pc:spChg chg="mod">
          <ac:chgData name="Ogburn, Sarah E" userId="c40d2df0-46c9-4be9-b5a6-5c158e399904" providerId="ADAL" clId="{60F6957B-0462-4021-AFFF-B60C98AFD37F}" dt="2024-06-14T21:15:18.844" v="1516" actId="1076"/>
          <ac:spMkLst>
            <pc:docMk/>
            <pc:sldMk cId="4232387893" sldId="263"/>
            <ac:spMk id="5" creationId="{00000000-0000-0000-0000-000000000000}"/>
          </ac:spMkLst>
        </pc:spChg>
        <pc:picChg chg="mod">
          <ac:chgData name="Ogburn, Sarah E" userId="c40d2df0-46c9-4be9-b5a6-5c158e399904" providerId="ADAL" clId="{60F6957B-0462-4021-AFFF-B60C98AFD37F}" dt="2024-06-14T21:15:26.982" v="1519" actId="14100"/>
          <ac:picMkLst>
            <pc:docMk/>
            <pc:sldMk cId="4232387893" sldId="263"/>
            <ac:picMk id="4" creationId="{39FF1549-03DF-343A-6CA9-7292FB00020B}"/>
          </ac:picMkLst>
        </pc:picChg>
        <pc:picChg chg="mod">
          <ac:chgData name="Ogburn, Sarah E" userId="c40d2df0-46c9-4be9-b5a6-5c158e399904" providerId="ADAL" clId="{60F6957B-0462-4021-AFFF-B60C98AFD37F}" dt="2024-06-14T21:15:28.747" v="1520" actId="14100"/>
          <ac:picMkLst>
            <pc:docMk/>
            <pc:sldMk cId="4232387893" sldId="263"/>
            <ac:picMk id="7" creationId="{FF016EF0-940B-5D77-4E6C-E399CFF5753F}"/>
          </ac:picMkLst>
        </pc:picChg>
        <pc:picChg chg="mod">
          <ac:chgData name="Ogburn, Sarah E" userId="c40d2df0-46c9-4be9-b5a6-5c158e399904" providerId="ADAL" clId="{60F6957B-0462-4021-AFFF-B60C98AFD37F}" dt="2024-06-14T21:15:18.844" v="1516" actId="1076"/>
          <ac:picMkLst>
            <pc:docMk/>
            <pc:sldMk cId="4232387893" sldId="263"/>
            <ac:picMk id="7170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5:51.162" v="1523" actId="1076"/>
          <ac:picMkLst>
            <pc:docMk/>
            <pc:sldMk cId="4232387893" sldId="263"/>
            <ac:picMk id="7174" creationId="{00000000-0000-0000-0000-000000000000}"/>
          </ac:picMkLst>
        </pc:picChg>
      </pc:sldChg>
      <pc:sldChg chg="addSp delSp modSp mod delAnim">
        <pc:chgData name="Ogburn, Sarah E" userId="c40d2df0-46c9-4be9-b5a6-5c158e399904" providerId="ADAL" clId="{60F6957B-0462-4021-AFFF-B60C98AFD37F}" dt="2024-06-14T21:14:02.324" v="1490" actId="14100"/>
        <pc:sldMkLst>
          <pc:docMk/>
          <pc:sldMk cId="3978631053" sldId="264"/>
        </pc:sldMkLst>
        <pc:spChg chg="mod">
          <ac:chgData name="Ogburn, Sarah E" userId="c40d2df0-46c9-4be9-b5a6-5c158e399904" providerId="ADAL" clId="{60F6957B-0462-4021-AFFF-B60C98AFD37F}" dt="2024-06-14T21:14:02.324" v="1490" actId="14100"/>
          <ac:spMkLst>
            <pc:docMk/>
            <pc:sldMk cId="3978631053" sldId="264"/>
            <ac:spMk id="5" creationId="{00000000-0000-0000-0000-000000000000}"/>
          </ac:spMkLst>
        </pc:spChg>
        <pc:picChg chg="del">
          <ac:chgData name="Ogburn, Sarah E" userId="c40d2df0-46c9-4be9-b5a6-5c158e399904" providerId="ADAL" clId="{60F6957B-0462-4021-AFFF-B60C98AFD37F}" dt="2024-06-11T18:36:13.840" v="2" actId="478"/>
          <ac:picMkLst>
            <pc:docMk/>
            <pc:sldMk cId="3978631053" sldId="264"/>
            <ac:picMk id="3" creationId="{15F7CC0F-531D-8AE8-B686-2A28F2380E9A}"/>
          </ac:picMkLst>
        </pc:picChg>
        <pc:picChg chg="add mod">
          <ac:chgData name="Ogburn, Sarah E" userId="c40d2df0-46c9-4be9-b5a6-5c158e399904" providerId="ADAL" clId="{60F6957B-0462-4021-AFFF-B60C98AFD37F}" dt="2024-06-14T21:13:53.908" v="1488"/>
          <ac:picMkLst>
            <pc:docMk/>
            <pc:sldMk cId="3978631053" sldId="264"/>
            <ac:picMk id="4" creationId="{ABDDBD84-01FA-5D01-2889-8C44015FD28E}"/>
          </ac:picMkLst>
        </pc:picChg>
        <pc:picChg chg="del">
          <ac:chgData name="Ogburn, Sarah E" userId="c40d2df0-46c9-4be9-b5a6-5c158e399904" providerId="ADAL" clId="{60F6957B-0462-4021-AFFF-B60C98AFD37F}" dt="2024-06-11T18:36:11.661" v="1" actId="478"/>
          <ac:picMkLst>
            <pc:docMk/>
            <pc:sldMk cId="3978631053" sldId="264"/>
            <ac:picMk id="1026" creationId="{00000000-0000-0000-0000-000000000000}"/>
          </ac:picMkLst>
        </pc:picChg>
      </pc:sldChg>
      <pc:sldChg chg="del">
        <pc:chgData name="Ogburn, Sarah E" userId="c40d2df0-46c9-4be9-b5a6-5c158e399904" providerId="ADAL" clId="{60F6957B-0462-4021-AFFF-B60C98AFD37F}" dt="2024-06-11T20:29:00.529" v="1466" actId="2696"/>
        <pc:sldMkLst>
          <pc:docMk/>
          <pc:sldMk cId="679137041" sldId="265"/>
        </pc:sldMkLst>
      </pc:sldChg>
      <pc:sldChg chg="modSp mod modNotes">
        <pc:chgData name="Ogburn, Sarah E" userId="c40d2df0-46c9-4be9-b5a6-5c158e399904" providerId="ADAL" clId="{60F6957B-0462-4021-AFFF-B60C98AFD37F}" dt="2024-06-14T21:16:37.956" v="1536" actId="1076"/>
        <pc:sldMkLst>
          <pc:docMk/>
          <pc:sldMk cId="727937616" sldId="266"/>
        </pc:sld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727937616" sldId="266"/>
            <ac:spMk id="8" creationId="{DC4089E1-058F-638E-C077-FA5C3E1D7F88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727937616" sldId="266"/>
            <ac:spMk id="9" creationId="{0985D0D1-236C-2B28-A50F-436CC050253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727937616" sldId="266"/>
            <ac:spMk id="11" creationId="{9D611A83-0E85-C494-5151-9E54707524D0}"/>
          </ac:spMkLst>
        </pc:spChg>
        <pc:picChg chg="mod">
          <ac:chgData name="Ogburn, Sarah E" userId="c40d2df0-46c9-4be9-b5a6-5c158e399904" providerId="ADAL" clId="{60F6957B-0462-4021-AFFF-B60C98AFD37F}" dt="2024-06-14T21:13:53.908" v="1488"/>
          <ac:picMkLst>
            <pc:docMk/>
            <pc:sldMk cId="727937616" sldId="266"/>
            <ac:picMk id="5" creationId="{2D60BE48-3B98-3F37-8866-EFD0899D8BFB}"/>
          </ac:picMkLst>
        </pc:picChg>
        <pc:picChg chg="mod">
          <ac:chgData name="Ogburn, Sarah E" userId="c40d2df0-46c9-4be9-b5a6-5c158e399904" providerId="ADAL" clId="{60F6957B-0462-4021-AFFF-B60C98AFD37F}" dt="2024-06-14T21:16:37.956" v="1536" actId="1076"/>
          <ac:picMkLst>
            <pc:docMk/>
            <pc:sldMk cId="727937616" sldId="266"/>
            <ac:picMk id="7" creationId="{5D1AF91C-F547-E1C7-255E-946B106C3B42}"/>
          </ac:picMkLst>
        </pc:picChg>
      </pc:sldChg>
      <pc:sldChg chg="addSp modSp new mod">
        <pc:chgData name="Ogburn, Sarah E" userId="c40d2df0-46c9-4be9-b5a6-5c158e399904" providerId="ADAL" clId="{60F6957B-0462-4021-AFFF-B60C98AFD37F}" dt="2024-06-14T21:18:02.624" v="1558"/>
        <pc:sldMkLst>
          <pc:docMk/>
          <pc:sldMk cId="799697827" sldId="267"/>
        </pc:sld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799697827" sldId="267"/>
            <ac:spMk id="2" creationId="{E2438475-72AA-CEF8-A2E3-621FB304B108}"/>
          </ac:spMkLst>
        </pc:spChg>
        <pc:spChg chg="mod">
          <ac:chgData name="Ogburn, Sarah E" userId="c40d2df0-46c9-4be9-b5a6-5c158e399904" providerId="ADAL" clId="{60F6957B-0462-4021-AFFF-B60C98AFD37F}" dt="2024-06-14T21:17:37.337" v="1556" actId="403"/>
          <ac:spMkLst>
            <pc:docMk/>
            <pc:sldMk cId="799697827" sldId="267"/>
            <ac:spMk id="3" creationId="{2DEC0E8A-A62D-6396-5BE4-9DB92E04393E}"/>
          </ac:spMkLst>
        </pc:spChg>
        <pc:spChg chg="mod">
          <ac:chgData name="Ogburn, Sarah E" userId="c40d2df0-46c9-4be9-b5a6-5c158e399904" providerId="ADAL" clId="{60F6957B-0462-4021-AFFF-B60C98AFD37F}" dt="2024-06-14T21:18:02.624" v="1558"/>
          <ac:spMkLst>
            <pc:docMk/>
            <pc:sldMk cId="799697827" sldId="267"/>
            <ac:spMk id="5" creationId="{9394BE05-710E-94B4-1D5C-0D4F63001621}"/>
          </ac:spMkLst>
        </pc:spChg>
        <pc:grpChg chg="add mod">
          <ac:chgData name="Ogburn, Sarah E" userId="c40d2df0-46c9-4be9-b5a6-5c158e399904" providerId="ADAL" clId="{60F6957B-0462-4021-AFFF-B60C98AFD37F}" dt="2024-06-14T21:18:02.624" v="1558"/>
          <ac:grpSpMkLst>
            <pc:docMk/>
            <pc:sldMk cId="799697827" sldId="267"/>
            <ac:grpSpMk id="4" creationId="{03432A39-23B3-9279-DB1E-8E36591772AC}"/>
          </ac:grpSpMkLst>
        </pc:grpChg>
        <pc:grpChg chg="mod">
          <ac:chgData name="Ogburn, Sarah E" userId="c40d2df0-46c9-4be9-b5a6-5c158e399904" providerId="ADAL" clId="{60F6957B-0462-4021-AFFF-B60C98AFD37F}" dt="2024-06-14T21:18:02.624" v="1558"/>
          <ac:grpSpMkLst>
            <pc:docMk/>
            <pc:sldMk cId="799697827" sldId="267"/>
            <ac:grpSpMk id="6" creationId="{1CCEB382-EAC1-371B-E82F-2BA4682F7A24}"/>
          </ac:grpSpMkLst>
        </pc:grpChg>
        <pc:picChg chg="mod">
          <ac:chgData name="Ogburn, Sarah E" userId="c40d2df0-46c9-4be9-b5a6-5c158e399904" providerId="ADAL" clId="{60F6957B-0462-4021-AFFF-B60C98AFD37F}" dt="2024-06-14T21:18:02.624" v="1558"/>
          <ac:picMkLst>
            <pc:docMk/>
            <pc:sldMk cId="799697827" sldId="267"/>
            <ac:picMk id="7" creationId="{515FBC17-A672-169D-C688-88BCAB0F54D0}"/>
          </ac:picMkLst>
        </pc:picChg>
        <pc:picChg chg="mod">
          <ac:chgData name="Ogburn, Sarah E" userId="c40d2df0-46c9-4be9-b5a6-5c158e399904" providerId="ADAL" clId="{60F6957B-0462-4021-AFFF-B60C98AFD37F}" dt="2024-06-14T21:18:02.624" v="1558"/>
          <ac:picMkLst>
            <pc:docMk/>
            <pc:sldMk cId="799697827" sldId="267"/>
            <ac:picMk id="8" creationId="{FB194713-0A78-C35D-88B7-FA754B7473B9}"/>
          </ac:picMkLst>
        </pc:picChg>
        <pc:picChg chg="mod">
          <ac:chgData name="Ogburn, Sarah E" userId="c40d2df0-46c9-4be9-b5a6-5c158e399904" providerId="ADAL" clId="{60F6957B-0462-4021-AFFF-B60C98AFD37F}" dt="2024-06-14T21:18:02.624" v="1558"/>
          <ac:picMkLst>
            <pc:docMk/>
            <pc:sldMk cId="799697827" sldId="267"/>
            <ac:picMk id="9" creationId="{E454D436-9583-1EAD-13C7-3113EEBA6ABE}"/>
          </ac:picMkLst>
        </pc:picChg>
      </pc:sldChg>
      <pc:sldChg chg="new del">
        <pc:chgData name="Ogburn, Sarah E" userId="c40d2df0-46c9-4be9-b5a6-5c158e399904" providerId="ADAL" clId="{60F6957B-0462-4021-AFFF-B60C98AFD37F}" dt="2024-06-11T20:29:00.529" v="1466" actId="2696"/>
        <pc:sldMkLst>
          <pc:docMk/>
          <pc:sldMk cId="3028152273" sldId="268"/>
        </pc:sldMkLst>
      </pc:sldChg>
      <pc:sldChg chg="modSp add mod">
        <pc:chgData name="Ogburn, Sarah E" userId="c40d2df0-46c9-4be9-b5a6-5c158e399904" providerId="ADAL" clId="{60F6957B-0462-4021-AFFF-B60C98AFD37F}" dt="2024-06-14T21:18:09.543" v="1561" actId="14100"/>
        <pc:sldMkLst>
          <pc:docMk/>
          <pc:sldMk cId="3112108943" sldId="269"/>
        </pc:sld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k cId="3112108943" sldId="269"/>
            <ac:spMk id="2" creationId="{E2438475-72AA-CEF8-A2E3-621FB304B108}"/>
          </ac:spMkLst>
        </pc:spChg>
        <pc:spChg chg="mod">
          <ac:chgData name="Ogburn, Sarah E" userId="c40d2df0-46c9-4be9-b5a6-5c158e399904" providerId="ADAL" clId="{60F6957B-0462-4021-AFFF-B60C98AFD37F}" dt="2024-06-14T21:18:09.543" v="1561" actId="14100"/>
          <ac:spMkLst>
            <pc:docMk/>
            <pc:sldMk cId="3112108943" sldId="269"/>
            <ac:spMk id="3" creationId="{2DEC0E8A-A62D-6396-5BE4-9DB92E04393E}"/>
          </ac:spMkLst>
        </pc:spChg>
      </pc:sldChg>
      <pc:sldChg chg="modSp add del mod">
        <pc:chgData name="Ogburn, Sarah E" userId="c40d2df0-46c9-4be9-b5a6-5c158e399904" providerId="ADAL" clId="{60F6957B-0462-4021-AFFF-B60C98AFD37F}" dt="2024-06-12T17:05:01.448" v="1484" actId="20577"/>
        <pc:sldMkLst>
          <pc:docMk/>
          <pc:sldMk cId="3133010986" sldId="270"/>
        </pc:sldMkLst>
        <pc:spChg chg="mod">
          <ac:chgData name="Ogburn, Sarah E" userId="c40d2df0-46c9-4be9-b5a6-5c158e399904" providerId="ADAL" clId="{60F6957B-0462-4021-AFFF-B60C98AFD37F}" dt="2024-06-12T17:05:01.448" v="1484" actId="20577"/>
          <ac:spMkLst>
            <pc:docMk/>
            <pc:sldMk cId="3133010986" sldId="270"/>
            <ac:spMk id="3" creationId="{00000000-0000-0000-0000-000000000000}"/>
          </ac:spMkLst>
        </pc:spChg>
      </pc:sldChg>
      <pc:sldChg chg="addSp modSp add mod">
        <pc:chgData name="Ogburn, Sarah E" userId="c40d2df0-46c9-4be9-b5a6-5c158e399904" providerId="ADAL" clId="{60F6957B-0462-4021-AFFF-B60C98AFD37F}" dt="2024-06-14T21:17:57.525" v="1557"/>
        <pc:sldMkLst>
          <pc:docMk/>
          <pc:sldMk cId="0" sldId="743"/>
        </pc:sldMkLst>
        <pc:spChg chg="mod">
          <ac:chgData name="Ogburn, Sarah E" userId="c40d2df0-46c9-4be9-b5a6-5c158e399904" providerId="ADAL" clId="{60F6957B-0462-4021-AFFF-B60C98AFD37F}" dt="2024-06-14T21:17:57.525" v="1557"/>
          <ac:spMkLst>
            <pc:docMk/>
            <pc:sldMk cId="0" sldId="743"/>
            <ac:spMk id="3" creationId="{12608BFB-2DE1-CCB7-659A-7B99D754331D}"/>
          </ac:spMkLst>
        </pc:spChg>
        <pc:spChg chg="mod">
          <ac:chgData name="Ogburn, Sarah E" userId="c40d2df0-46c9-4be9-b5a6-5c158e399904" providerId="ADAL" clId="{60F6957B-0462-4021-AFFF-B60C98AFD37F}" dt="2024-06-14T21:14:14.281" v="1495" actId="207"/>
          <ac:spMkLst>
            <pc:docMk/>
            <pc:sldMk cId="0" sldId="743"/>
            <ac:spMk id="8194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4:10.188" v="1494" actId="27636"/>
          <ac:spMkLst>
            <pc:docMk/>
            <pc:sldMk cId="0" sldId="743"/>
            <ac:spMk id="8195" creationId="{00000000-0000-0000-0000-000000000000}"/>
          </ac:spMkLst>
        </pc:spChg>
        <pc:grpChg chg="add mod">
          <ac:chgData name="Ogburn, Sarah E" userId="c40d2df0-46c9-4be9-b5a6-5c158e399904" providerId="ADAL" clId="{60F6957B-0462-4021-AFFF-B60C98AFD37F}" dt="2024-06-14T21:17:57.525" v="1557"/>
          <ac:grpSpMkLst>
            <pc:docMk/>
            <pc:sldMk cId="0" sldId="743"/>
            <ac:grpSpMk id="2" creationId="{D0AE60B3-C02F-0D51-3905-143835ABF7EA}"/>
          </ac:grpSpMkLst>
        </pc:grpChg>
        <pc:grpChg chg="mod">
          <ac:chgData name="Ogburn, Sarah E" userId="c40d2df0-46c9-4be9-b5a6-5c158e399904" providerId="ADAL" clId="{60F6957B-0462-4021-AFFF-B60C98AFD37F}" dt="2024-06-14T21:17:57.525" v="1557"/>
          <ac:grpSpMkLst>
            <pc:docMk/>
            <pc:sldMk cId="0" sldId="743"/>
            <ac:grpSpMk id="4" creationId="{4931D2ED-3B06-1ED7-6436-DCDCD2B8E867}"/>
          </ac:grpSpMkLst>
        </pc:grpChg>
        <pc:graphicFrameChg chg="mod">
          <ac:chgData name="Ogburn, Sarah E" userId="c40d2df0-46c9-4be9-b5a6-5c158e399904" providerId="ADAL" clId="{60F6957B-0462-4021-AFFF-B60C98AFD37F}" dt="2024-06-14T21:13:53.908" v="1488"/>
          <ac:graphicFrameMkLst>
            <pc:docMk/>
            <pc:sldMk cId="0" sldId="743"/>
            <ac:graphicFrameMk id="8198" creationId="{00000000-0000-0000-0000-000000000000}"/>
          </ac:graphicFrameMkLst>
        </pc:graphicFrameChg>
        <pc:picChg chg="mod">
          <ac:chgData name="Ogburn, Sarah E" userId="c40d2df0-46c9-4be9-b5a6-5c158e399904" providerId="ADAL" clId="{60F6957B-0462-4021-AFFF-B60C98AFD37F}" dt="2024-06-14T21:17:57.525" v="1557"/>
          <ac:picMkLst>
            <pc:docMk/>
            <pc:sldMk cId="0" sldId="743"/>
            <ac:picMk id="5" creationId="{66D82138-4D70-C8CC-3055-A974449788C0}"/>
          </ac:picMkLst>
        </pc:picChg>
        <pc:picChg chg="mod">
          <ac:chgData name="Ogburn, Sarah E" userId="c40d2df0-46c9-4be9-b5a6-5c158e399904" providerId="ADAL" clId="{60F6957B-0462-4021-AFFF-B60C98AFD37F}" dt="2024-06-14T21:17:57.525" v="1557"/>
          <ac:picMkLst>
            <pc:docMk/>
            <pc:sldMk cId="0" sldId="743"/>
            <ac:picMk id="6" creationId="{0DCAB9BB-5461-2FA4-AE88-243B0D6C978C}"/>
          </ac:picMkLst>
        </pc:picChg>
        <pc:picChg chg="mod">
          <ac:chgData name="Ogburn, Sarah E" userId="c40d2df0-46c9-4be9-b5a6-5c158e399904" providerId="ADAL" clId="{60F6957B-0462-4021-AFFF-B60C98AFD37F}" dt="2024-06-14T21:17:57.525" v="1557"/>
          <ac:picMkLst>
            <pc:docMk/>
            <pc:sldMk cId="0" sldId="743"/>
            <ac:picMk id="7" creationId="{41F8156C-3863-4DC6-E95F-1EBDD4C1673B}"/>
          </ac:picMkLst>
        </pc:picChg>
      </pc:sldChg>
      <pc:sldMasterChg chg="modSp modSldLayout">
        <pc:chgData name="Ogburn, Sarah E" userId="c40d2df0-46c9-4be9-b5a6-5c158e399904" providerId="ADAL" clId="{60F6957B-0462-4021-AFFF-B60C98AFD37F}" dt="2024-06-14T21:13:53.908" v="1488"/>
        <pc:sldMasterMkLst>
          <pc:docMk/>
          <pc:sldMasterMk cId="890333147" sldId="2147483648"/>
        </pc:sldMaster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890333147" sldId="2147483648"/>
            <ac:spMk id="2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890333147" sldId="2147483648"/>
            <ac:spMk id="3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890333147" sldId="2147483648"/>
            <ac:spMk id="4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890333147" sldId="2147483648"/>
            <ac:spMk id="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890333147" sldId="2147483648"/>
            <ac:spMk id="6" creationId="{00000000-0000-0000-0000-000000000000}"/>
          </ac:spMkLst>
        </pc:sp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3327032911" sldId="2147483649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327032911" sldId="2147483649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327032911" sldId="2147483649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3069126904" sldId="2147483651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069126904" sldId="2147483651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069126904" sldId="2147483651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4078307372" sldId="2147483652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4078307372" sldId="2147483652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4078307372" sldId="2147483652"/>
              <ac:spMk id="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4185151997" sldId="2147483653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4185151997" sldId="2147483653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4185151997" sldId="2147483653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4185151997" sldId="2147483653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4185151997" sldId="2147483653"/>
              <ac:spMk id="6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3563470695" sldId="2147483656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63470695" sldId="2147483656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63470695" sldId="2147483656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63470695" sldId="2147483656"/>
              <ac:spMk id="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2822014706" sldId="2147483657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2822014706" sldId="2147483657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2822014706" sldId="2147483657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2822014706" sldId="2147483657"/>
              <ac:spMk id="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607529175" sldId="2147483659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607529175" sldId="2147483659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607529175" sldId="2147483659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890333147" sldId="2147483648"/>
            <pc:sldLayoutMk cId="3530357604" sldId="2147483672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30357604" sldId="2147483672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30357604" sldId="2147483672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30357604" sldId="2147483672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30357604" sldId="2147483672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30357604" sldId="2147483672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890333147" sldId="2147483648"/>
              <pc:sldLayoutMk cId="3530357604" sldId="2147483672"/>
              <ac:spMk id="7" creationId="{00000000-0000-0000-0000-000000000000}"/>
            </ac:spMkLst>
          </pc:spChg>
        </pc:sldLayoutChg>
      </pc:sldMasterChg>
      <pc:sldMasterChg chg="modSp modSldLayout">
        <pc:chgData name="Ogburn, Sarah E" userId="c40d2df0-46c9-4be9-b5a6-5c158e399904" providerId="ADAL" clId="{60F6957B-0462-4021-AFFF-B60C98AFD37F}" dt="2024-06-14T21:13:53.908" v="1488"/>
        <pc:sldMasterMkLst>
          <pc:docMk/>
          <pc:sldMasterMk cId="3146038461" sldId="2147483660"/>
        </pc:sldMasterMkLst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8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2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23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26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27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28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34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35" creationId="{00000000-0000-0000-0000-000000000000}"/>
          </ac:spMkLst>
        </pc:spChg>
        <pc:spChg chg="mod">
          <ac:chgData name="Ogburn, Sarah E" userId="c40d2df0-46c9-4be9-b5a6-5c158e399904" providerId="ADAL" clId="{60F6957B-0462-4021-AFFF-B60C98AFD37F}" dt="2024-06-14T21:13:53.908" v="1488"/>
          <ac:spMkLst>
            <pc:docMk/>
            <pc:sldMasterMk cId="3146038461" sldId="2147483660"/>
            <ac:spMk id="1037" creationId="{00000000-0000-0000-0000-000000000000}"/>
          </ac:spMkLst>
        </pc:spChg>
        <pc:grpChg chg="mod">
          <ac:chgData name="Ogburn, Sarah E" userId="c40d2df0-46c9-4be9-b5a6-5c158e399904" providerId="ADAL" clId="{60F6957B-0462-4021-AFFF-B60C98AFD37F}" dt="2024-06-14T21:13:53.908" v="1488"/>
          <ac:grpSpMkLst>
            <pc:docMk/>
            <pc:sldMasterMk cId="3146038461" sldId="2147483660"/>
            <ac:grpSpMk id="1036" creationId="{00000000-0000-0000-0000-000000000000}"/>
          </ac:grpSpMkLst>
        </pc:grpChg>
        <pc:picChg chg="mod">
          <ac:chgData name="Ogburn, Sarah E" userId="c40d2df0-46c9-4be9-b5a6-5c158e399904" providerId="ADAL" clId="{60F6957B-0462-4021-AFFF-B60C98AFD37F}" dt="2024-06-14T21:13:53.908" v="1488"/>
          <ac:picMkLst>
            <pc:docMk/>
            <pc:sldMasterMk cId="3146038461" sldId="2147483660"/>
            <ac:picMk id="1038" creationId="{00000000-0000-0000-0000-000000000000}"/>
          </ac:picMkLst>
        </pc:picChg>
        <pc:picChg chg="mod">
          <ac:chgData name="Ogburn, Sarah E" userId="c40d2df0-46c9-4be9-b5a6-5c158e399904" providerId="ADAL" clId="{60F6957B-0462-4021-AFFF-B60C98AFD37F}" dt="2024-06-14T21:13:53.908" v="1488"/>
          <ac:picMkLst>
            <pc:docMk/>
            <pc:sldMasterMk cId="3146038461" sldId="2147483660"/>
            <ac:picMk id="1039" creationId="{00000000-0000-0000-0000-000000000000}"/>
          </ac:picMkLst>
        </pc:pic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1095106157" sldId="2147483661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095106157" sldId="2147483661"/>
              <ac:spMk id="1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989648044" sldId="2147483662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89648044" sldId="2147483662"/>
              <ac:spMk id="1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969594726" sldId="2147483663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69594726" sldId="2147483663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69594726" sldId="2147483663"/>
              <ac:spMk id="8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27555907" sldId="2147483664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555907" sldId="2147483664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555907" sldId="2147483664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555907" sldId="2147483664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555907" sldId="2147483664"/>
              <ac:spMk id="12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3456340716" sldId="2147483665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2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2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3456340716" sldId="2147483665"/>
              <ac:spMk id="26" creationId="{00000000-0000-0000-0000-000000000000}"/>
            </ac:spMkLst>
          </pc:spChg>
          <pc:grpChg chg="mod">
            <ac:chgData name="Ogburn, Sarah E" userId="c40d2df0-46c9-4be9-b5a6-5c158e399904" providerId="ADAL" clId="{60F6957B-0462-4021-AFFF-B60C98AFD37F}" dt="2024-06-14T21:13:53.908" v="1488"/>
            <ac:grpSpMkLst>
              <pc:docMk/>
              <pc:sldMasterMk cId="3146038461" sldId="2147483660"/>
              <pc:sldLayoutMk cId="3456340716" sldId="2147483665"/>
              <ac:grpSpMk id="17" creationId="{00000000-0000-0000-0000-000000000000}"/>
            </ac:grpSpMkLst>
          </pc:grp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3456340716" sldId="2147483665"/>
              <ac:picMk id="19" creationId="{00000000-0000-0000-0000-000000000000}"/>
            </ac:picMkLst>
          </pc:pic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3456340716" sldId="2147483665"/>
              <ac:picMk id="20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1931473716" sldId="2147483666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1931473716" sldId="2147483666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2838982881" sldId="2147483667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838982881" sldId="2147483667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838982881" sldId="2147483667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838982881" sldId="2147483667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838982881" sldId="2147483667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838982881" sldId="2147483667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838982881" sldId="2147483667"/>
              <ac:spMk id="8" creationId="{00000000-0000-0000-0000-000000000000}"/>
            </ac:spMkLst>
          </pc:spChg>
          <pc:grpChg chg="mod">
            <ac:chgData name="Ogburn, Sarah E" userId="c40d2df0-46c9-4be9-b5a6-5c158e399904" providerId="ADAL" clId="{60F6957B-0462-4021-AFFF-B60C98AFD37F}" dt="2024-06-14T21:13:53.908" v="1488"/>
            <ac:grpSpMkLst>
              <pc:docMk/>
              <pc:sldMasterMk cId="3146038461" sldId="2147483660"/>
              <pc:sldLayoutMk cId="2838982881" sldId="2147483667"/>
              <ac:grpSpMk id="7" creationId="{00000000-0000-0000-0000-000000000000}"/>
            </ac:grpSpMkLst>
          </pc:grp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2838982881" sldId="2147483667"/>
              <ac:picMk id="9" creationId="{00000000-0000-0000-0000-000000000000}"/>
            </ac:picMkLst>
          </pc:pic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2838982881" sldId="2147483667"/>
              <ac:picMk id="10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2732306528" sldId="2147483668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1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732306528" sldId="2147483668"/>
              <ac:spMk id="20" creationId="{00000000-0000-0000-0000-000000000000}"/>
            </ac:spMkLst>
          </pc:spChg>
          <pc:grpChg chg="mod">
            <ac:chgData name="Ogburn, Sarah E" userId="c40d2df0-46c9-4be9-b5a6-5c158e399904" providerId="ADAL" clId="{60F6957B-0462-4021-AFFF-B60C98AFD37F}" dt="2024-06-14T21:13:53.908" v="1488"/>
            <ac:grpSpMkLst>
              <pc:docMk/>
              <pc:sldMasterMk cId="3146038461" sldId="2147483660"/>
              <pc:sldLayoutMk cId="2732306528" sldId="2147483668"/>
              <ac:grpSpMk id="15" creationId="{00000000-0000-0000-0000-000000000000}"/>
            </ac:grpSpMkLst>
          </pc:grp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2732306528" sldId="2147483668"/>
              <ac:picMk id="17" creationId="{00000000-0000-0000-0000-000000000000}"/>
            </ac:picMkLst>
          </pc:pic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2732306528" sldId="2147483668"/>
              <ac:picMk id="18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2437714479" sldId="2147483669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2437714479" sldId="2147483669"/>
              <ac:spMk id="19" creationId="{00000000-0000-0000-0000-000000000000}"/>
            </ac:spMkLst>
          </pc:spChg>
          <pc:grpChg chg="mod">
            <ac:chgData name="Ogburn, Sarah E" userId="c40d2df0-46c9-4be9-b5a6-5c158e399904" providerId="ADAL" clId="{60F6957B-0462-4021-AFFF-B60C98AFD37F}" dt="2024-06-14T21:13:53.908" v="1488"/>
            <ac:grpSpMkLst>
              <pc:docMk/>
              <pc:sldMasterMk cId="3146038461" sldId="2147483660"/>
              <pc:sldLayoutMk cId="2437714479" sldId="2147483669"/>
              <ac:grpSpMk id="15" creationId="{00000000-0000-0000-0000-000000000000}"/>
            </ac:grpSpMkLst>
          </pc:grp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2437714479" sldId="2147483669"/>
              <ac:picMk id="17" creationId="{00000000-0000-0000-0000-000000000000}"/>
            </ac:picMkLst>
          </pc:picChg>
          <pc:picChg chg="mod">
            <ac:chgData name="Ogburn, Sarah E" userId="c40d2df0-46c9-4be9-b5a6-5c158e399904" providerId="ADAL" clId="{60F6957B-0462-4021-AFFF-B60C98AFD37F}" dt="2024-06-14T21:13:53.908" v="1488"/>
            <ac:picMkLst>
              <pc:docMk/>
              <pc:sldMasterMk cId="3146038461" sldId="2147483660"/>
              <pc:sldLayoutMk cId="2437714479" sldId="2147483669"/>
              <ac:picMk id="18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960149799" sldId="2147483670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60149799" sldId="2147483670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960149799" sldId="2147483670"/>
              <ac:spMk id="5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60F6957B-0462-4021-AFFF-B60C98AFD37F}" dt="2024-06-14T21:13:53.908" v="1488"/>
          <pc:sldLayoutMkLst>
            <pc:docMk/>
            <pc:sldMasterMk cId="3146038461" sldId="2147483660"/>
            <pc:sldLayoutMk cId="741419355" sldId="2147483671"/>
          </pc:sldLayoutMkLst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60F6957B-0462-4021-AFFF-B60C98AFD37F}" dt="2024-06-14T21:13:53.908" v="1488"/>
            <ac:spMkLst>
              <pc:docMk/>
              <pc:sldMasterMk cId="3146038461" sldId="2147483660"/>
              <pc:sldLayoutMk cId="741419355" sldId="2147483671"/>
              <ac:spMk id="1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7FFEF-0445-485B-AB5E-C02564484489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AB9B0-62EA-4891-B80C-A1996084E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88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B9B0-62EA-4891-B80C-A1996084E8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3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3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2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5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0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2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7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8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29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D2606159-7464-40AC-BCE7-569F5BC023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357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11988800" y="3175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7434" y="241935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bg1"/>
                </a:solidFill>
                <a:effectLst>
                  <a:glow rad="2286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/>
          <a:lstStyle>
            <a:lvl1pPr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28"/>
          <p:cNvSpPr>
            <a:spLocks noGrp="1"/>
          </p:cNvSpPr>
          <p:nvPr>
            <p:ph type="sldNum" sz="quarter" idx="10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C519D66-611B-4BD5-8771-92847423F788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0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6351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203200" y="2286000"/>
            <a:ext cx="11777133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207434" y="142875"/>
            <a:ext cx="11777133" cy="21399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03200" y="2438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7570C5D-185D-4C71-AF3C-DE6C8EBB76DC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648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F8E61-A990-4F72-99B8-C0E50ED8BA20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594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6096000" y="1576388"/>
            <a:ext cx="0" cy="467201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B8963-2B21-4D9D-A5B1-9EA8203BADD3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5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6096000" y="2200276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3200" y="1371600"/>
            <a:ext cx="11777133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203200" y="1279525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7" name="Group 31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8" name="Rectangle 3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9" name="Picture 3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4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52400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5791200" y="1042989"/>
            <a:ext cx="609600" cy="4413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14EFEA0D-2045-4A18-8537-20F57DB6FD44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40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5791200" y="10366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E5D27-1349-4C18-BA21-0AD77E9A4390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73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75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8" name="Rectangle 27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9" name="Picture 2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9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30004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38982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203200" y="152400"/>
            <a:ext cx="11777133" cy="3048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1"/>
            <a:ext cx="12192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5" name="Group 31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6" name="Rectangle 3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7" name="Picture 3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30004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A8148B9-1C55-4CD0-8F5A-B0303C85D8D9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30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203200" y="152401"/>
            <a:ext cx="11777133" cy="3016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5" name="Group 31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6" name="Rectangle 3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7" name="Picture 3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30004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EE7F0-E30A-446E-A900-ED5974260050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714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9A105-618A-42D3-9DF3-586172F7358D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149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6402388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18600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245600" y="3021013"/>
            <a:ext cx="560917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220200" y="3009901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D582C-C72C-45E7-9963-78FF26B39DA4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419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FA0C-AD38-46FF-9237-F6E6E2249E6C}" type="datetimeFigureOut">
              <a:rPr lang="en-US" smtClean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E6D47-2709-4985-A294-8425A4BA5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3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27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350"/>
            <a:ext cx="11777133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39814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434726-2520-4F16-9D23-B7E2C987891D}" type="slidenum">
              <a:rPr lang="en-US" altLang="en-US">
                <a:solidFill>
                  <a:srgbClr val="969696">
                    <a:shade val="75000"/>
                  </a:srgb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034" name="Title Placeholder 21"/>
          <p:cNvSpPr>
            <a:spLocks noGrp="1"/>
          </p:cNvSpPr>
          <p:nvPr>
            <p:ph type="title"/>
          </p:nvPr>
        </p:nvSpPr>
        <p:spPr bwMode="auto">
          <a:xfrm>
            <a:off x="402167" y="228601"/>
            <a:ext cx="11379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5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02167" y="1524000"/>
            <a:ext cx="113792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36" name="Group 3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037" name="Rectangle 16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038" name="Picture 1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9" name="Picture 2"/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52400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603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83838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404040"/>
        </a:buClr>
        <a:buSzPct val="85000"/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ct val="20000"/>
        </a:spcBef>
        <a:spcAft>
          <a:spcPct val="0"/>
        </a:spcAft>
        <a:buClr>
          <a:srgbClr val="404040"/>
        </a:buClr>
        <a:buSzPct val="70000"/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ct val="20000"/>
        </a:spcBef>
        <a:spcAft>
          <a:spcPct val="0"/>
        </a:spcAft>
        <a:buClr>
          <a:srgbClr val="404040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ct val="20000"/>
        </a:spcBef>
        <a:spcAft>
          <a:spcPct val="0"/>
        </a:spcAft>
        <a:buClr>
          <a:srgbClr val="404040"/>
        </a:buClr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rgbClr val="404040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Choosing volumes: </a:t>
            </a:r>
            <a:r>
              <a:rPr lang="en-US" dirty="0"/>
              <a:t>more details</a:t>
            </a:r>
          </a:p>
        </p:txBody>
      </p:sp>
    </p:spTree>
    <p:extLst>
      <p:ext uri="{BB962C8B-B14F-4D97-AF65-F5344CB8AC3E}">
        <p14:creationId xmlns:p14="http://schemas.microsoft.com/office/powerpoint/2010/main" val="3133010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228600"/>
            <a:ext cx="3505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LAHARZ equations are based on very well measured lahars, most of which are 10</a:t>
            </a:r>
            <a:r>
              <a:rPr lang="en-US" sz="2400" b="1" baseline="30000" dirty="0"/>
              <a:t>4 </a:t>
            </a:r>
            <a:r>
              <a:rPr lang="en-US" sz="2400" b="1" dirty="0"/>
              <a:t>– 10</a:t>
            </a:r>
            <a:r>
              <a:rPr lang="en-US" sz="2400" b="1" baseline="30000" dirty="0"/>
              <a:t>9 </a:t>
            </a:r>
            <a:r>
              <a:rPr lang="en-US" sz="2400" b="1" dirty="0"/>
              <a:t> m</a:t>
            </a:r>
            <a:r>
              <a:rPr lang="en-US" sz="2400" b="1" baseline="30000" dirty="0"/>
              <a:t>3 </a:t>
            </a:r>
            <a:r>
              <a:rPr lang="en-US" sz="2400" b="1" dirty="0"/>
              <a:t>(10,000 m</a:t>
            </a:r>
            <a:r>
              <a:rPr lang="en-US" sz="2400" b="1" baseline="30000" dirty="0"/>
              <a:t>3</a:t>
            </a:r>
            <a:r>
              <a:rPr lang="en-US" sz="2400" b="1" dirty="0"/>
              <a:t> – 1 km</a:t>
            </a:r>
            <a:r>
              <a:rPr lang="en-US" sz="2400" b="1" baseline="30000" dirty="0"/>
              <a:t>3</a:t>
            </a:r>
            <a:r>
              <a:rPr lang="en-US" sz="2400" b="1" dirty="0"/>
              <a:t>) in volume</a:t>
            </a:r>
          </a:p>
          <a:p>
            <a:endParaRPr lang="en-US" sz="2400" b="1" baseline="30000" dirty="0"/>
          </a:p>
          <a:p>
            <a:endParaRPr lang="en-US" sz="2400" b="1" baseline="30000" dirty="0"/>
          </a:p>
          <a:p>
            <a:r>
              <a:rPr lang="en-US" sz="2400" b="1" baseline="30000" dirty="0"/>
              <a:t>(Iverson et al. 1998)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DBD84-01FA-5D01-2889-8C44015F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105" y="76200"/>
            <a:ext cx="619937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3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big, how far, how frequent?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057400"/>
            <a:ext cx="10668000" cy="30289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Small:  Up to 10</a:t>
            </a:r>
            <a:r>
              <a:rPr lang="en-US" altLang="en-US" baseline="30000" dirty="0"/>
              <a:t>4</a:t>
            </a:r>
            <a:r>
              <a:rPr lang="en-US" altLang="en-US" dirty="0"/>
              <a:t> m</a:t>
            </a:r>
            <a:r>
              <a:rPr lang="en-US" altLang="en-US" baseline="30000" dirty="0"/>
              <a:t>3</a:t>
            </a:r>
            <a:r>
              <a:rPr lang="en-US" altLang="en-US" dirty="0"/>
              <a:t>, up to 10 km, once or more per decade</a:t>
            </a:r>
          </a:p>
          <a:p>
            <a:r>
              <a:rPr lang="en-US" altLang="en-US" dirty="0"/>
              <a:t>Large:  10</a:t>
            </a:r>
            <a:r>
              <a:rPr lang="en-US" altLang="en-US" baseline="30000" dirty="0"/>
              <a:t>4</a:t>
            </a:r>
            <a:r>
              <a:rPr lang="en-US" altLang="en-US" dirty="0"/>
              <a:t> to 10</a:t>
            </a:r>
            <a:r>
              <a:rPr lang="en-US" altLang="en-US" baseline="30000" dirty="0"/>
              <a:t>6</a:t>
            </a:r>
            <a:r>
              <a:rPr lang="en-US" altLang="en-US" dirty="0"/>
              <a:t> m</a:t>
            </a:r>
            <a:r>
              <a:rPr lang="en-US" altLang="en-US" baseline="30000" dirty="0"/>
              <a:t>3</a:t>
            </a:r>
            <a:r>
              <a:rPr lang="en-US" altLang="en-US" dirty="0"/>
              <a:t>, up to 50 km, once or more per century</a:t>
            </a:r>
          </a:p>
          <a:p>
            <a:r>
              <a:rPr lang="en-US" altLang="en-US" dirty="0"/>
              <a:t>Very large:  10</a:t>
            </a:r>
            <a:r>
              <a:rPr lang="en-US" altLang="en-US" baseline="30000" dirty="0"/>
              <a:t>6</a:t>
            </a:r>
            <a:r>
              <a:rPr lang="en-US" altLang="en-US" dirty="0"/>
              <a:t> to 10</a:t>
            </a:r>
            <a:r>
              <a:rPr lang="en-US" altLang="en-US" baseline="30000" dirty="0"/>
              <a:t>8</a:t>
            </a:r>
            <a:r>
              <a:rPr lang="en-US" altLang="en-US" dirty="0"/>
              <a:t> m</a:t>
            </a:r>
            <a:r>
              <a:rPr lang="en-US" altLang="en-US" baseline="30000" dirty="0"/>
              <a:t>3</a:t>
            </a:r>
            <a:r>
              <a:rPr lang="en-US" altLang="en-US" dirty="0"/>
              <a:t>, up to 100 km, once per 100 to 1,000 years</a:t>
            </a:r>
          </a:p>
          <a:p>
            <a:r>
              <a:rPr lang="en-US" altLang="en-US" dirty="0"/>
              <a:t>Extremely large:  10</a:t>
            </a:r>
            <a:r>
              <a:rPr lang="en-US" altLang="en-US" baseline="30000" dirty="0"/>
              <a:t>8</a:t>
            </a:r>
            <a:r>
              <a:rPr lang="en-US" altLang="en-US" dirty="0"/>
              <a:t> to 10</a:t>
            </a:r>
            <a:r>
              <a:rPr lang="en-US" altLang="en-US" baseline="30000" dirty="0"/>
              <a:t>10</a:t>
            </a:r>
            <a:r>
              <a:rPr lang="en-US" altLang="en-US" dirty="0"/>
              <a:t> m</a:t>
            </a:r>
            <a:r>
              <a:rPr lang="en-US" altLang="en-US" baseline="30000" dirty="0"/>
              <a:t>3</a:t>
            </a:r>
            <a:r>
              <a:rPr lang="en-US" altLang="en-US" dirty="0"/>
              <a:t>, &gt;200 km, once per 1,000 to 10,000 years</a:t>
            </a:r>
          </a:p>
        </p:txBody>
      </p:sp>
      <p:graphicFrame>
        <p:nvGraphicFramePr>
          <p:cNvPr id="8198" name="Object 6"/>
          <p:cNvGraphicFramePr>
            <a:graphicFrameLocks noGrp="1"/>
          </p:cNvGraphicFramePr>
          <p:nvPr>
            <p:ph sz="half" idx="2"/>
          </p:nvPr>
        </p:nvGraphicFramePr>
        <p:xfrm>
          <a:off x="2895601" y="5429252"/>
          <a:ext cx="847725" cy="26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031840" imgH="801360" progId="CorelDRAW.Graphic.9">
                  <p:embed/>
                </p:oleObj>
              </mc:Choice>
              <mc:Fallback>
                <p:oleObj name="CorelDRAW" r:id="rId2" imgW="2031840" imgH="801360" progId="CorelDRAW.Graphic.9">
                  <p:embed/>
                  <p:pic>
                    <p:nvPicPr>
                      <p:cNvPr id="8198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440" t="7080" r="7535" b="29204"/>
                      <a:stretch>
                        <a:fillRect/>
                      </a:stretch>
                    </p:blipFill>
                    <p:spPr bwMode="black">
                      <a:xfrm>
                        <a:off x="2895601" y="5429252"/>
                        <a:ext cx="847725" cy="260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0AE60B3-C02F-0D51-3905-143835ABF7EA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2608BFB-2DE1-CCB7-659A-7B99D754331D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31D2ED-3B06-1ED7-6436-DCDCD2B8E867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5" name="Picture 4" descr="USGS.png">
                <a:extLst>
                  <a:ext uri="{FF2B5EF4-FFF2-40B4-BE49-F238E27FC236}">
                    <a16:creationId xmlns:a16="http://schemas.microsoft.com/office/drawing/2014/main" id="{66D82138-4D70-C8CC-3055-A97444978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6" name="Picture 5" descr="Horizontal_CMYK_600.tif">
                <a:extLst>
                  <a:ext uri="{FF2B5EF4-FFF2-40B4-BE49-F238E27FC236}">
                    <a16:creationId xmlns:a16="http://schemas.microsoft.com/office/drawing/2014/main" id="{0DCAB9BB-5461-2FA4-AE88-243B0D6C97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1F8156C-3863-4DC6-E95F-1EBDD4C167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3400" y="4202523"/>
            <a:ext cx="3842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Semeru</a:t>
            </a:r>
            <a:r>
              <a:rPr lang="en-US" dirty="0"/>
              <a:t>, </a:t>
            </a:r>
            <a:r>
              <a:rPr lang="en-US" dirty="0" err="1"/>
              <a:t>Indoneisa</a:t>
            </a:r>
            <a:r>
              <a:rPr lang="en-US" dirty="0"/>
              <a:t>, February 2007, lahars range </a:t>
            </a:r>
            <a:r>
              <a:rPr lang="en-US" b="1" u="sng" dirty="0"/>
              <a:t>100,000 – 1,000,000 m</a:t>
            </a:r>
            <a:r>
              <a:rPr lang="en-US" b="1" u="sng" baseline="30000" dirty="0"/>
              <a:t>3</a:t>
            </a:r>
            <a:endParaRPr lang="en-US" b="1" u="sng" dirty="0"/>
          </a:p>
        </p:txBody>
      </p:sp>
      <p:pic>
        <p:nvPicPr>
          <p:cNvPr id="6146" name="Picture 2" descr="http://i.ytimg.com/vi/WEAfXO7q8Xs/hq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5314"/>
            <a:ext cx="4953000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radioelnury.com/wp-content/uploads/2014/12/banjir-700x35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941923"/>
            <a:ext cx="5618150" cy="282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poskotanews.com/cms/wp-content/uploads/2012/02/semeru-su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55" y="288979"/>
            <a:ext cx="2762184" cy="230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rocky beach with mountains in the background&#10;&#10;Description automatically generated with low confidence">
            <a:extLst>
              <a:ext uri="{FF2B5EF4-FFF2-40B4-BE49-F238E27FC236}">
                <a16:creationId xmlns:a16="http://schemas.microsoft.com/office/drawing/2014/main" id="{BBC7EDE3-DB05-4E6F-CCD7-612E2F6D97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1828800"/>
            <a:ext cx="3316962" cy="2487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4800" y="76201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5 </a:t>
            </a:r>
            <a:r>
              <a:rPr lang="en-US" sz="3600" b="1" dirty="0"/>
              <a:t>-  10</a:t>
            </a:r>
            <a:r>
              <a:rPr lang="en-US" sz="3600" b="1" baseline="30000" dirty="0"/>
              <a:t>6</a:t>
            </a:r>
            <a:r>
              <a:rPr lang="en-US" sz="3600" b="1" dirty="0"/>
              <a:t>  m</a:t>
            </a:r>
            <a:r>
              <a:rPr lang="en-US" sz="3600" b="1" baseline="30000" dirty="0"/>
              <a:t>3</a:t>
            </a:r>
            <a:endParaRPr lang="en-US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104707" y="6120720"/>
            <a:ext cx="2909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Atacama</a:t>
            </a:r>
            <a:r>
              <a:rPr lang="en-US" dirty="0"/>
              <a:t>, Chile, March 2015</a:t>
            </a:r>
          </a:p>
          <a:p>
            <a:pPr algn="r"/>
            <a:r>
              <a:rPr lang="en-US" b="1" dirty="0"/>
              <a:t>Estimated </a:t>
            </a:r>
            <a:r>
              <a:rPr lang="en-US" b="1" u="sng" dirty="0"/>
              <a:t>2 million m</a:t>
            </a:r>
            <a:r>
              <a:rPr lang="en-US" b="1" u="sng" baseline="30000" dirty="0"/>
              <a:t>3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09116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3" y="4638982"/>
            <a:ext cx="79914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0856" y="4277033"/>
            <a:ext cx="8908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Mayon</a:t>
            </a:r>
            <a:r>
              <a:rPr lang="en-US" dirty="0"/>
              <a:t>, Philippines, 2006 (typhoon </a:t>
            </a:r>
            <a:r>
              <a:rPr lang="en-US" dirty="0" err="1"/>
              <a:t>Reming</a:t>
            </a:r>
            <a:r>
              <a:rPr lang="en-US" dirty="0"/>
              <a:t>), lahar volumes range </a:t>
            </a:r>
            <a:r>
              <a:rPr lang="en-US" b="1" u="sng" dirty="0"/>
              <a:t>300,000 m</a:t>
            </a:r>
            <a:r>
              <a:rPr lang="en-US" b="1" u="sng" baseline="30000" dirty="0"/>
              <a:t>3</a:t>
            </a:r>
            <a:r>
              <a:rPr lang="en-US" b="1" u="sng" dirty="0"/>
              <a:t> to 9 million m</a:t>
            </a:r>
            <a:r>
              <a:rPr lang="en-US" b="1" u="sng" baseline="30000" dirty="0"/>
              <a:t>3</a:t>
            </a:r>
            <a:endParaRPr lang="en-US" b="1" u="sng" dirty="0"/>
          </a:p>
          <a:p>
            <a:endParaRPr lang="en-US" b="1" u="sng" dirty="0"/>
          </a:p>
        </p:txBody>
      </p:sp>
      <p:pic>
        <p:nvPicPr>
          <p:cNvPr id="7174" name="Picture 6" descr="https://encrypted-tbn0.gstatic.com/images?q=tbn:ANd9GcQQjpOYTrPiDDZngJDr9_KCcQB5QpqzMWApxwmiQNpL98NM0hR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765" y="785202"/>
            <a:ext cx="4128629" cy="309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140862" y="3815368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Ruapehu in NZ March 2007</a:t>
            </a:r>
          </a:p>
          <a:p>
            <a:pPr algn="r"/>
            <a:r>
              <a:rPr lang="en-US" dirty="0"/>
              <a:t> ~</a:t>
            </a:r>
            <a:r>
              <a:rPr lang="en-US" b="1" u="sng" dirty="0"/>
              <a:t>7-9 million m</a:t>
            </a:r>
            <a:r>
              <a:rPr lang="en-US" b="1" u="sng" baseline="30000" dirty="0"/>
              <a:t>3</a:t>
            </a:r>
            <a:endParaRPr lang="en-US" b="1" u="sng" dirty="0"/>
          </a:p>
          <a:p>
            <a:pPr algn="r"/>
            <a:endParaRPr lang="en-US" dirty="0"/>
          </a:p>
        </p:txBody>
      </p:sp>
      <p:pic>
        <p:nvPicPr>
          <p:cNvPr id="4" name="Picture 3" descr="A picture containing outdoor, sky, ground, tree&#10;&#10;Description automatically generated">
            <a:extLst>
              <a:ext uri="{FF2B5EF4-FFF2-40B4-BE49-F238E27FC236}">
                <a16:creationId xmlns:a16="http://schemas.microsoft.com/office/drawing/2014/main" id="{39FF1549-03DF-343A-6CA9-7292FB000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32" y="251930"/>
            <a:ext cx="5857768" cy="3899763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F016EF0-940B-5D77-4E6C-E399CFF575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6" y="2451282"/>
            <a:ext cx="2400193" cy="1763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980D7A-DAE1-5272-B5FF-6AF17D419638}"/>
              </a:ext>
            </a:extLst>
          </p:cNvPr>
          <p:cNvSpPr txBox="1"/>
          <p:nvPr/>
        </p:nvSpPr>
        <p:spPr>
          <a:xfrm>
            <a:off x="7924800" y="76201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5 </a:t>
            </a:r>
            <a:r>
              <a:rPr lang="en-US" sz="3600" b="1" dirty="0"/>
              <a:t>-  10</a:t>
            </a:r>
            <a:r>
              <a:rPr lang="en-US" sz="3600" b="1" baseline="30000" dirty="0"/>
              <a:t>6</a:t>
            </a:r>
            <a:r>
              <a:rPr lang="en-US" sz="3600" b="1" dirty="0"/>
              <a:t>  m</a:t>
            </a:r>
            <a:r>
              <a:rPr lang="en-US" sz="3600" b="1" baseline="30000" dirty="0"/>
              <a:t>3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32387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www.montserratvolcano.org/Small%20lahar,%20Merapi%202010,%20Marc%20Szegla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19" y="304800"/>
            <a:ext cx="7473085" cy="495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629" y="3805236"/>
            <a:ext cx="4736371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005D1A-A90E-CE04-8115-8D34656DF88B}"/>
              </a:ext>
            </a:extLst>
          </p:cNvPr>
          <p:cNvSpPr txBox="1"/>
          <p:nvPr/>
        </p:nvSpPr>
        <p:spPr>
          <a:xfrm>
            <a:off x="8686800" y="1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7 </a:t>
            </a:r>
            <a:r>
              <a:rPr lang="en-US" sz="3600" b="1" dirty="0"/>
              <a:t>m</a:t>
            </a:r>
            <a:r>
              <a:rPr lang="en-US" sz="3600" b="1" baseline="30000" dirty="0"/>
              <a:t>3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56419" y="5294642"/>
            <a:ext cx="4029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Mount Merapi</a:t>
            </a:r>
            <a:r>
              <a:rPr lang="en-US" dirty="0"/>
              <a:t>, Indonesia, October 2010, lahars in 8 channels flowed 15-20 km &amp; range </a:t>
            </a:r>
            <a:r>
              <a:rPr lang="en-US" b="1" u="sng" dirty="0"/>
              <a:t>8-28 million m</a:t>
            </a:r>
            <a:r>
              <a:rPr lang="en-US" b="1" u="sng" baseline="300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ttps://upload.wikimedia.org/wikipedia/commons/5/51/Armero_aftermath_Mars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206" y="761315"/>
            <a:ext cx="5638798" cy="352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828071" y="5280396"/>
            <a:ext cx="4495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Nevado</a:t>
            </a:r>
            <a:r>
              <a:rPr lang="en-US" b="1" dirty="0"/>
              <a:t> del Ruiz</a:t>
            </a:r>
            <a:r>
              <a:rPr lang="en-US" dirty="0"/>
              <a:t>, Colombia, 1985</a:t>
            </a:r>
          </a:p>
          <a:p>
            <a:r>
              <a:rPr lang="en-US" dirty="0"/>
              <a:t>Lahars in 3 channels range from </a:t>
            </a:r>
          </a:p>
          <a:p>
            <a:r>
              <a:rPr lang="en-US" b="1" u="sng" dirty="0"/>
              <a:t>40 million m</a:t>
            </a:r>
            <a:r>
              <a:rPr lang="en-US" b="1" u="sng" baseline="30000" dirty="0"/>
              <a:t>3</a:t>
            </a:r>
            <a:r>
              <a:rPr lang="en-US" b="1" dirty="0"/>
              <a:t> </a:t>
            </a:r>
            <a:r>
              <a:rPr lang="en-US" sz="1400" dirty="0"/>
              <a:t>(</a:t>
            </a:r>
            <a:r>
              <a:rPr lang="en-US" sz="1400" dirty="0" err="1"/>
              <a:t>Azufrado</a:t>
            </a:r>
            <a:r>
              <a:rPr lang="en-US" sz="1400" dirty="0"/>
              <a:t>)</a:t>
            </a:r>
          </a:p>
          <a:p>
            <a:r>
              <a:rPr lang="en-US" b="1" u="sng" dirty="0"/>
              <a:t>30 million m</a:t>
            </a:r>
            <a:r>
              <a:rPr lang="en-US" b="1" u="sng" baseline="30000" dirty="0"/>
              <a:t>3</a:t>
            </a:r>
            <a:r>
              <a:rPr lang="en-US" b="1" dirty="0"/>
              <a:t> </a:t>
            </a:r>
            <a:r>
              <a:rPr lang="en-US" sz="1400" dirty="0"/>
              <a:t>(</a:t>
            </a:r>
            <a:r>
              <a:rPr lang="en-US" sz="1400" dirty="0" err="1"/>
              <a:t>Molinos</a:t>
            </a:r>
            <a:r>
              <a:rPr lang="en-US" sz="1400" dirty="0"/>
              <a:t> </a:t>
            </a:r>
            <a:r>
              <a:rPr lang="en-US" sz="1400" dirty="0" err="1"/>
              <a:t>Nereidas</a:t>
            </a:r>
            <a:r>
              <a:rPr lang="en-US" sz="1400" dirty="0"/>
              <a:t>- </a:t>
            </a:r>
            <a:r>
              <a:rPr lang="en-US" sz="1400" dirty="0" err="1"/>
              <a:t>Chinchina</a:t>
            </a:r>
            <a:r>
              <a:rPr lang="en-US" sz="1400" dirty="0"/>
              <a:t>)</a:t>
            </a:r>
          </a:p>
          <a:p>
            <a:r>
              <a:rPr lang="en-US" b="1" u="sng" dirty="0"/>
              <a:t>16 million m</a:t>
            </a:r>
            <a:r>
              <a:rPr lang="en-US" b="1" u="sng" baseline="30000" dirty="0"/>
              <a:t>3</a:t>
            </a:r>
            <a:r>
              <a:rPr lang="en-US" b="1" baseline="30000" dirty="0"/>
              <a:t>  </a:t>
            </a:r>
            <a:r>
              <a:rPr lang="en-US" sz="1400" dirty="0"/>
              <a:t>(</a:t>
            </a:r>
            <a:r>
              <a:rPr lang="en-US" sz="1400" dirty="0" err="1"/>
              <a:t>Guali</a:t>
            </a:r>
            <a:r>
              <a:rPr lang="en-US" sz="1400" dirty="0"/>
              <a:t> 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76" y="3127163"/>
            <a:ext cx="5462124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194868" y="4309632"/>
            <a:ext cx="3675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i="1" dirty="0" err="1"/>
              <a:t>Armero</a:t>
            </a:r>
            <a:r>
              <a:rPr lang="en-US" i="1" dirty="0"/>
              <a:t> Tragedy</a:t>
            </a:r>
          </a:p>
          <a:p>
            <a:pPr algn="r"/>
            <a:r>
              <a:rPr lang="en-US" i="1" dirty="0"/>
              <a:t>&gt;25,000 deaths of 30,000 inhabitants</a:t>
            </a:r>
          </a:p>
        </p:txBody>
      </p:sp>
      <p:pic>
        <p:nvPicPr>
          <p:cNvPr id="3078" name="Picture 6" descr="http://mediad.publicbroadcasting.net/p/northwestnews/files/201309/092013TB_Laha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3237"/>
            <a:ext cx="4166723" cy="286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15400" y="1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7 </a:t>
            </a:r>
            <a:r>
              <a:rPr lang="en-US" sz="3600" b="1" dirty="0"/>
              <a:t>m</a:t>
            </a:r>
            <a:r>
              <a:rPr lang="en-US" sz="3600" b="1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796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2D60BE48-3B98-3F37-8866-EFD0899D8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2400"/>
            <a:ext cx="4572000" cy="6153150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5D1AF91C-F547-E1C7-255E-946B106C3B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431658"/>
            <a:ext cx="4343399" cy="3306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4089E1-058F-638E-C077-FA5C3E1D7F88}"/>
              </a:ext>
            </a:extLst>
          </p:cNvPr>
          <p:cNvSpPr txBox="1"/>
          <p:nvPr/>
        </p:nvSpPr>
        <p:spPr>
          <a:xfrm>
            <a:off x="7400035" y="4800601"/>
            <a:ext cx="3048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Cotopaxi,</a:t>
            </a:r>
            <a:r>
              <a:rPr lang="en-US" dirty="0"/>
              <a:t> Ecuador, 1877 lahars</a:t>
            </a:r>
          </a:p>
          <a:p>
            <a:r>
              <a:rPr lang="en-US" dirty="0"/>
              <a:t>Traveled 100 km</a:t>
            </a:r>
          </a:p>
          <a:p>
            <a:r>
              <a:rPr lang="en-US" dirty="0"/>
              <a:t>Total volume of </a:t>
            </a:r>
            <a:r>
              <a:rPr lang="en-US" b="1" u="sng" dirty="0"/>
              <a:t>0.5 km</a:t>
            </a:r>
            <a:r>
              <a:rPr lang="en-US" b="1" u="sng" baseline="30000" dirty="0"/>
              <a:t>3</a:t>
            </a:r>
          </a:p>
          <a:p>
            <a:r>
              <a:rPr lang="en-US" dirty="0"/>
              <a:t>Accumulated from 4 drainages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5D0D1-236C-2B28-A50F-436CC0502530}"/>
              </a:ext>
            </a:extLst>
          </p:cNvPr>
          <p:cNvSpPr txBox="1"/>
          <p:nvPr/>
        </p:nvSpPr>
        <p:spPr>
          <a:xfrm>
            <a:off x="8763000" y="39470"/>
            <a:ext cx="174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8</a:t>
            </a:r>
            <a:r>
              <a:rPr lang="en-US" sz="3600" b="1" dirty="0"/>
              <a:t> m</a:t>
            </a:r>
            <a:r>
              <a:rPr lang="en-US" sz="3600" b="1" baseline="30000" dirty="0"/>
              <a:t>3</a:t>
            </a:r>
            <a:endParaRPr lang="en-US" sz="3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11A83-0E85-C494-5151-9E54707524D0}"/>
              </a:ext>
            </a:extLst>
          </p:cNvPr>
          <p:cNvSpPr txBox="1"/>
          <p:nvPr/>
        </p:nvSpPr>
        <p:spPr>
          <a:xfrm>
            <a:off x="1623432" y="6477001"/>
            <a:ext cx="61060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https://journals.openedition.org/geomorphologie/4022</a:t>
            </a:r>
          </a:p>
        </p:txBody>
      </p:sp>
    </p:spTree>
    <p:extLst>
      <p:ext uri="{BB962C8B-B14F-4D97-AF65-F5344CB8AC3E}">
        <p14:creationId xmlns:p14="http://schemas.microsoft.com/office/powerpoint/2010/main" val="72793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3165" y="607496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Nevado</a:t>
            </a:r>
            <a:r>
              <a:rPr lang="en-US" b="1" dirty="0"/>
              <a:t> del Huila</a:t>
            </a:r>
            <a:r>
              <a:rPr lang="en-US" dirty="0"/>
              <a:t>, Colombia, February 2007, lahars traveling ~150 km with a volume </a:t>
            </a:r>
            <a:r>
              <a:rPr lang="en-US" b="1" u="sng" dirty="0"/>
              <a:t>0.3 km</a:t>
            </a:r>
            <a:r>
              <a:rPr lang="en-US" b="1" u="sng" baseline="30000" dirty="0"/>
              <a:t>3</a:t>
            </a:r>
          </a:p>
        </p:txBody>
      </p:sp>
      <p:pic>
        <p:nvPicPr>
          <p:cNvPr id="4098" name="Picture 2" descr="http://volcanoes.usgs.gov/vdap/activities/images/huilam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5" y="240268"/>
            <a:ext cx="7641636" cy="57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gcollo.comunidadcoomeva.com/blog/uploads/lahar200817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731282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0140A83-E588-8DB9-BB37-AF9A9BDBEF2A}"/>
              </a:ext>
            </a:extLst>
          </p:cNvPr>
          <p:cNvCxnSpPr>
            <a:cxnSpLocks/>
          </p:cNvCxnSpPr>
          <p:nvPr/>
        </p:nvCxnSpPr>
        <p:spPr>
          <a:xfrm flipH="1">
            <a:off x="2057400" y="2057400"/>
            <a:ext cx="6019800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13C9AF-1113-4985-C26F-B96E43CA0727}"/>
              </a:ext>
            </a:extLst>
          </p:cNvPr>
          <p:cNvSpPr txBox="1"/>
          <p:nvPr/>
        </p:nvSpPr>
        <p:spPr>
          <a:xfrm>
            <a:off x="6096001" y="327660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 45km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DDDFD1-9E83-62C3-73EA-2B38C899C803}"/>
              </a:ext>
            </a:extLst>
          </p:cNvPr>
          <p:cNvSpPr txBox="1"/>
          <p:nvPr/>
        </p:nvSpPr>
        <p:spPr>
          <a:xfrm>
            <a:off x="8763000" y="39470"/>
            <a:ext cx="1743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8</a:t>
            </a:r>
            <a:r>
              <a:rPr lang="en-US" sz="3600" b="1" dirty="0"/>
              <a:t> m</a:t>
            </a:r>
            <a:r>
              <a:rPr lang="en-US" sz="3600" b="1" baseline="30000" dirty="0"/>
              <a:t>3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4613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implified map of the Osceola and Electron lahar deposi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3550"/>
            <a:ext cx="4564344" cy="526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2563" y="6137787"/>
            <a:ext cx="7924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Mount Rainier Osceola Lahar</a:t>
            </a:r>
            <a:r>
              <a:rPr lang="en-US" dirty="0"/>
              <a:t>, USA, 5600 years ago, 3 lahars traveling ~100 km covering 550 km</a:t>
            </a:r>
            <a:r>
              <a:rPr lang="en-US" baseline="30000" dirty="0"/>
              <a:t>2</a:t>
            </a:r>
            <a:r>
              <a:rPr lang="en-US" dirty="0"/>
              <a:t> with a combined volume of </a:t>
            </a:r>
            <a:r>
              <a:rPr lang="en-US" b="1" u="sng" dirty="0"/>
              <a:t>4 km</a:t>
            </a:r>
            <a:r>
              <a:rPr lang="en-US" b="1" u="sng" baseline="30000" dirty="0"/>
              <a:t>3</a:t>
            </a:r>
            <a:endParaRPr lang="en-US" b="1" u="sng" dirty="0"/>
          </a:p>
        </p:txBody>
      </p:sp>
      <p:pic>
        <p:nvPicPr>
          <p:cNvPr id="5126" name="Picture 6" descr="https://s-media-cache-ak0.pinimg.com/236x/8b/e4/70/8be4702b1cbef027504466146a5c028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73550"/>
            <a:ext cx="2647950" cy="350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534400" y="11567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sz="3600" b="1" baseline="30000" dirty="0"/>
              <a:t>9 </a:t>
            </a:r>
            <a:r>
              <a:rPr lang="en-US" sz="3600" b="1" dirty="0"/>
              <a:t> m</a:t>
            </a:r>
            <a:r>
              <a:rPr lang="en-US" sz="3600" b="1" baseline="30000" dirty="0"/>
              <a:t>3</a:t>
            </a:r>
            <a:endParaRPr lang="en-US" sz="3600" b="1" dirty="0"/>
          </a:p>
        </p:txBody>
      </p:sp>
      <p:pic>
        <p:nvPicPr>
          <p:cNvPr id="5124" name="Picture 4" descr="http://volcanoes.usgs.gov/vsc/images/image_mngr/400-499/img435_350w_233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037" y="2739048"/>
            <a:ext cx="5105400" cy="339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633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8475-72AA-CEF8-A2E3-621FB304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How to choose volumes for LAHARZ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0E8A-A62D-6396-5BE4-9DB92E04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14400"/>
            <a:ext cx="11277600" cy="5943600"/>
          </a:xfrm>
        </p:spPr>
        <p:txBody>
          <a:bodyPr>
            <a:normAutofit/>
          </a:bodyPr>
          <a:lstStyle/>
          <a:p>
            <a:r>
              <a:rPr lang="en-US" dirty="0"/>
              <a:t>Because of uncertainty and naturally occurring error in the regression equations, you should choose volumes that increase by at least 2x (1, 2, 4, 8, 16 million m</a:t>
            </a:r>
            <a:r>
              <a:rPr lang="en-US" baseline="30000" dirty="0"/>
              <a:t>3</a:t>
            </a:r>
            <a:r>
              <a:rPr lang="en-US" dirty="0"/>
              <a:t>, for example)</a:t>
            </a:r>
          </a:p>
          <a:p>
            <a:r>
              <a:rPr lang="en-US" dirty="0"/>
              <a:t>Even better is to use values that increase by 10</a:t>
            </a:r>
            <a:r>
              <a:rPr lang="en-US" baseline="30000" dirty="0"/>
              <a:t>0.5 </a:t>
            </a:r>
            <a:r>
              <a:rPr lang="en-US" dirty="0"/>
              <a:t>(1, 3, 10, 30, 100 million m</a:t>
            </a:r>
            <a:r>
              <a:rPr lang="en-US" baseline="30000" dirty="0"/>
              <a:t>3</a:t>
            </a:r>
            <a:r>
              <a:rPr lang="en-US" dirty="0"/>
              <a:t>, for example)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432A39-23B3-9279-DB1E-8E36591772AC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94BE05-710E-94B4-1D5C-0D4F63001621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CCEB382-EAC1-371B-E82F-2BA4682F7A24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515FBC17-A672-169D-C688-88BCAB0F5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FB194713-0A78-C35D-88B7-FA754B7473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454D436-9583-1EAD-13C7-3113EEBA6A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9969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8475-72AA-CEF8-A2E3-621FB304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How to choose volumes for LAHARZ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0E8A-A62D-6396-5BE4-9DB92E04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11963400" cy="59436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Check historical records of lahar volumes at your volcano</a:t>
            </a:r>
          </a:p>
          <a:p>
            <a:pPr lvl="1"/>
            <a:r>
              <a:rPr lang="en-US" sz="2400" dirty="0"/>
              <a:t>What types of lahars are produced at your volcano?</a:t>
            </a:r>
          </a:p>
          <a:p>
            <a:pPr lvl="2"/>
            <a:r>
              <a:rPr lang="en-US" sz="2000" dirty="0"/>
              <a:t>Rainfall-triggered</a:t>
            </a:r>
          </a:p>
          <a:p>
            <a:pPr lvl="2"/>
            <a:r>
              <a:rPr lang="en-US" sz="2000" dirty="0"/>
              <a:t>eruption-triggered (Snow melt? Ice melt? Groundwater expulsion? Damming of rivers by deposits? Flows impacting lakes or rivers? Crater lake expulsion?)</a:t>
            </a:r>
          </a:p>
          <a:p>
            <a:pPr lvl="1"/>
            <a:r>
              <a:rPr lang="en-US" sz="2400" dirty="0"/>
              <a:t>What is the most common lahar volume?</a:t>
            </a:r>
          </a:p>
          <a:p>
            <a:pPr lvl="1"/>
            <a:r>
              <a:rPr lang="en-US" sz="2400" dirty="0"/>
              <a:t>What is the worst-case scenario (biggest) lahar volume?</a:t>
            </a:r>
          </a:p>
          <a:p>
            <a:r>
              <a:rPr lang="en-US" sz="2800" dirty="0"/>
              <a:t>Investigate the amount of snow and ice on your volcano</a:t>
            </a:r>
          </a:p>
          <a:p>
            <a:r>
              <a:rPr lang="en-US" sz="2800" dirty="0"/>
              <a:t>Investigate whether any crater lakes are present</a:t>
            </a:r>
          </a:p>
          <a:p>
            <a:r>
              <a:rPr lang="en-US" sz="2800" dirty="0"/>
              <a:t>Investigate the rainfall/typhoon/hurricane history at your volcano</a:t>
            </a:r>
          </a:p>
          <a:p>
            <a:pPr lvl="1"/>
            <a:r>
              <a:rPr lang="en-US" sz="2400" dirty="0"/>
              <a:t>Is there a rainy season?</a:t>
            </a:r>
          </a:p>
          <a:p>
            <a:r>
              <a:rPr lang="en-US" sz="2800" dirty="0"/>
              <a:t>Check historical records at analog volcanoes</a:t>
            </a:r>
          </a:p>
          <a:p>
            <a:pPr lvl="1"/>
            <a:r>
              <a:rPr lang="en-US" sz="2400" dirty="0"/>
              <a:t>Volcanoes of a similar size</a:t>
            </a:r>
          </a:p>
          <a:p>
            <a:pPr lvl="1"/>
            <a:r>
              <a:rPr lang="en-US" sz="2400" dirty="0"/>
              <a:t>Volcanoes with similar amounts of snow/ice</a:t>
            </a:r>
          </a:p>
          <a:p>
            <a:pPr lvl="1"/>
            <a:r>
              <a:rPr lang="en-US" sz="2400" dirty="0"/>
              <a:t>Volcanoes with similar eruptive histories</a:t>
            </a:r>
          </a:p>
          <a:p>
            <a:pPr lvl="1"/>
            <a:r>
              <a:rPr lang="en-US" sz="2400" dirty="0"/>
              <a:t>Volcanoes with similar crater lakes</a:t>
            </a:r>
          </a:p>
          <a:p>
            <a:pPr lvl="1"/>
            <a:r>
              <a:rPr lang="en-US" sz="2400" dirty="0"/>
              <a:t>Volcanoes in similar climates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1210894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v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3376</TotalTime>
  <Words>536</Words>
  <Application>Microsoft Office PowerPoint</Application>
  <PresentationFormat>Widescreen</PresentationFormat>
  <Paragraphs>60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Wingdings 2</vt:lpstr>
      <vt:lpstr>Office Theme</vt:lpstr>
      <vt:lpstr>Civic</vt:lpstr>
      <vt:lpstr>CorelDRAW</vt:lpstr>
      <vt:lpstr>Choosing volumes: more details</vt:lpstr>
      <vt:lpstr>PowerPoint Presentation</vt:lpstr>
      <vt:lpstr>How big, how far, how frequent?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choose volumes for LAHARZ</vt:lpstr>
      <vt:lpstr>How to choose volumes for LAHARZ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P. Griswold</dc:creator>
  <cp:lastModifiedBy>Ogburn, Sarah E</cp:lastModifiedBy>
  <cp:revision>22</cp:revision>
  <dcterms:created xsi:type="dcterms:W3CDTF">2015-07-08T06:24:52Z</dcterms:created>
  <dcterms:modified xsi:type="dcterms:W3CDTF">2024-06-14T21:18:15Z</dcterms:modified>
</cp:coreProperties>
</file>